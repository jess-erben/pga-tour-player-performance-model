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6858000" cy="9144000"/>
  <p:embeddedFontLst>
    <p:embeddedFont>
      <p:font typeface="Anton"/>
      <p:regular r:id="rId18"/>
    </p:embeddedFont>
    <p:embeddedFont>
      <p:font typeface="Raleway"/>
      <p:regular r:id="rId19"/>
      <p:bold r:id="rId20"/>
      <p:italic r:id="rId21"/>
      <p:boldItalic r:id="rId22"/>
    </p:embeddedFont>
    <p:embeddedFont>
      <p:font typeface="Open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22" Type="http://schemas.openxmlformats.org/officeDocument/2006/relationships/font" Target="fonts/Raleway-boldItalic.fntdata"/><Relationship Id="rId21" Type="http://schemas.openxmlformats.org/officeDocument/2006/relationships/font" Target="fonts/Raleway-italic.fntdata"/><Relationship Id="rId24" Type="http://schemas.openxmlformats.org/officeDocument/2006/relationships/font" Target="fonts/OpenSans-bold.fntdata"/><Relationship Id="rId23" Type="http://schemas.openxmlformats.org/officeDocument/2006/relationships/font" Target="fonts/OpenSan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OpenSans-boldItalic.fntdata"/><Relationship Id="rId25" Type="http://schemas.openxmlformats.org/officeDocument/2006/relationships/font" Target="fonts/Open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Raleway-regular.fntdata"/><Relationship Id="rId18" Type="http://schemas.openxmlformats.org/officeDocument/2006/relationships/font" Target="fonts/Anton-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184d99d1a7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184d99d1a7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3a958d8e0d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3a958d8e0d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3a958d8e0d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3a958d8e0d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“Strokes gained is a simple and intuitive quantitative measure of the quality of a golf shot.</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Suppose a function </a:t>
            </a:r>
            <a:r>
              <a:rPr i="1" lang="en">
                <a:solidFill>
                  <a:schemeClr val="dk1"/>
                </a:solidFill>
              </a:rPr>
              <a:t>J(d, c)</a:t>
            </a:r>
            <a:r>
              <a:rPr lang="en">
                <a:solidFill>
                  <a:schemeClr val="dk1"/>
                </a:solidFill>
              </a:rPr>
              <a:t> has been estimated, where </a:t>
            </a:r>
            <a:r>
              <a:rPr i="1" lang="en">
                <a:solidFill>
                  <a:schemeClr val="dk1"/>
                </a:solidFill>
              </a:rPr>
              <a:t>d</a:t>
            </a:r>
            <a:r>
              <a:rPr lang="en">
                <a:solidFill>
                  <a:schemeClr val="dk1"/>
                </a:solidFill>
              </a:rPr>
              <a:t> represents the distance to the hole from the current location (not the distance of the shot), </a:t>
            </a:r>
            <a:r>
              <a:rPr i="1" lang="en">
                <a:solidFill>
                  <a:schemeClr val="dk1"/>
                </a:solidFill>
              </a:rPr>
              <a:t>c</a:t>
            </a:r>
            <a:r>
              <a:rPr lang="en">
                <a:solidFill>
                  <a:schemeClr val="dk1"/>
                </a:solidFill>
              </a:rPr>
              <a:t> represents the condition of the current ball location (i.e., green, tee, fairway, rough, sand or recovery) and J is the average number of strokes a PGA TOUR golfer takes to finish the hole from the current location. For brevity, J will often be referred to as the benchmark. Define the strokes gained of the ith shot on a hole that starts at (di, ci) and finishes at (di+1, ci+1) to be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arenBoth"/>
            </a:pPr>
            <a:r>
              <a:rPr lang="en">
                <a:solidFill>
                  <a:schemeClr val="dk1"/>
                </a:solidFill>
              </a:rPr>
              <a:t>gi=J(di, ci)−J(di+1, ci+1) − 1</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Strokes gained represents the decrease in the average number of strokes to finish the hole from the beginning of the shot to the end of the shot, minus one to account for the stroke taken.”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Broadie, Mark. (2011). Assessing Golfer Performance on the PGA Tour. Interfaces. 42. 10.2307/41472743.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a958d8e0d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9" name="Google Shape;1199;g3a958d8e0d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a78fd5428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3a78fd5428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a78fd54285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1" name="Google Shape;1221;g3a78fd54285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a9f4a21d6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6" name="Google Shape;1236;g3a9f4a21d6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3a9f4a21d6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9" name="Google Shape;1249;g3a9f4a21d6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*Gamma models had a higher rmse and lower R^2</a:t>
            </a:r>
            <a:br>
              <a:rPr lang="en"/>
            </a:br>
            <a:r>
              <a:rPr lang="en"/>
              <a:t>SG RMSE = </a:t>
            </a:r>
            <a:r>
              <a:rPr lang="en" sz="900">
                <a:solidFill>
                  <a:schemeClr val="dk1"/>
                </a:solidFill>
                <a:highlight>
                  <a:srgbClr val="FFFFFF"/>
                </a:highlight>
                <a:latin typeface="Courier New"/>
                <a:ea typeface="Courier New"/>
                <a:cs typeface="Courier New"/>
                <a:sym typeface="Courier New"/>
              </a:rPr>
              <a:t> 513.9553</a:t>
            </a:r>
            <a:endParaRPr sz="9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900">
                <a:solidFill>
                  <a:schemeClr val="dk1"/>
                </a:solidFill>
                <a:highlight>
                  <a:srgbClr val="FFFFFF"/>
                </a:highlight>
                <a:latin typeface="Courier New"/>
                <a:ea typeface="Courier New"/>
                <a:cs typeface="Courier New"/>
                <a:sym typeface="Courier New"/>
              </a:rPr>
              <a:t>SG R^2 =  0.3747858</a:t>
            </a:r>
            <a:endParaRPr sz="9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900">
                <a:solidFill>
                  <a:schemeClr val="dk1"/>
                </a:solidFill>
                <a:highlight>
                  <a:srgbClr val="FFFFFF"/>
                </a:highlight>
                <a:latin typeface="Courier New"/>
                <a:ea typeface="Courier New"/>
                <a:cs typeface="Courier New"/>
                <a:sym typeface="Courier New"/>
              </a:rPr>
              <a:t>Rate RMSE = 641.1642</a:t>
            </a:r>
            <a:endParaRPr sz="9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900">
                <a:solidFill>
                  <a:schemeClr val="dk1"/>
                </a:solidFill>
                <a:highlight>
                  <a:srgbClr val="FFFFFF"/>
                </a:highlight>
                <a:latin typeface="Courier New"/>
                <a:ea typeface="Courier New"/>
                <a:cs typeface="Courier New"/>
                <a:sym typeface="Courier New"/>
              </a:rPr>
              <a:t>Rate R^2 0.02699162</a:t>
            </a:r>
            <a:endParaRPr sz="9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9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3a9f4a21d6c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3a9f4a21d6c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3a78fd54285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3a78fd54285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135e18421cc_1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4" name="Google Shape;1324;g135e18421cc_1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29896a770bd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7" name="Google Shape;1377;g29896a770bd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1" y="0"/>
            <a:ext cx="9150801" cy="5143797"/>
            <a:chOff x="-1" y="0"/>
            <a:chExt cx="9150801" cy="5143797"/>
          </a:xfrm>
        </p:grpSpPr>
        <p:grpSp>
          <p:nvGrpSpPr>
            <p:cNvPr id="10" name="Google Shape;10;p2"/>
            <p:cNvGrpSpPr/>
            <p:nvPr/>
          </p:nvGrpSpPr>
          <p:grpSpPr>
            <a:xfrm>
              <a:off x="-1" y="3634654"/>
              <a:ext cx="9144337" cy="1509143"/>
              <a:chOff x="-1" y="3634654"/>
              <a:chExt cx="9144337" cy="1509143"/>
            </a:xfrm>
          </p:grpSpPr>
          <p:grpSp>
            <p:nvGrpSpPr>
              <p:cNvPr id="11" name="Google Shape;11;p2"/>
              <p:cNvGrpSpPr/>
              <p:nvPr/>
            </p:nvGrpSpPr>
            <p:grpSpPr>
              <a:xfrm>
                <a:off x="-1" y="3634654"/>
                <a:ext cx="9141082" cy="971959"/>
                <a:chOff x="-1" y="3634654"/>
                <a:chExt cx="9141082" cy="971959"/>
              </a:xfrm>
            </p:grpSpPr>
            <p:grpSp>
              <p:nvGrpSpPr>
                <p:cNvPr id="12" name="Google Shape;12;p2"/>
                <p:cNvGrpSpPr/>
                <p:nvPr/>
              </p:nvGrpSpPr>
              <p:grpSpPr>
                <a:xfrm>
                  <a:off x="-1" y="3834908"/>
                  <a:ext cx="1326491" cy="771410"/>
                  <a:chOff x="-1" y="3834908"/>
                  <a:chExt cx="1326491" cy="771410"/>
                </a:xfrm>
              </p:grpSpPr>
              <p:sp>
                <p:nvSpPr>
                  <p:cNvPr id="13" name="Google Shape;13;p2"/>
                  <p:cNvSpPr/>
                  <p:nvPr/>
                </p:nvSpPr>
                <p:spPr>
                  <a:xfrm flipH="1">
                    <a:off x="180" y="3834908"/>
                    <a:ext cx="997812" cy="678320"/>
                  </a:xfrm>
                  <a:custGeom>
                    <a:rect b="b" l="l" r="r" t="t"/>
                    <a:pathLst>
                      <a:path extrusionOk="0" h="185841" w="226518">
                        <a:moveTo>
                          <a:pt x="194332" y="1391"/>
                        </a:moveTo>
                        <a:cubicBezTo>
                          <a:pt x="175984" y="5326"/>
                          <a:pt x="158987" y="20452"/>
                          <a:pt x="158219" y="39200"/>
                        </a:cubicBezTo>
                        <a:cubicBezTo>
                          <a:pt x="154435" y="32637"/>
                          <a:pt x="146024" y="29156"/>
                          <a:pt x="138704" y="31113"/>
                        </a:cubicBezTo>
                        <a:cubicBezTo>
                          <a:pt x="131395" y="33080"/>
                          <a:pt x="125860" y="40314"/>
                          <a:pt x="125870" y="47882"/>
                        </a:cubicBezTo>
                        <a:cubicBezTo>
                          <a:pt x="119156" y="35200"/>
                          <a:pt x="102798" y="29102"/>
                          <a:pt x="88958" y="32864"/>
                        </a:cubicBezTo>
                        <a:cubicBezTo>
                          <a:pt x="75119" y="36637"/>
                          <a:pt x="64469" y="49114"/>
                          <a:pt x="61345" y="63116"/>
                        </a:cubicBezTo>
                        <a:cubicBezTo>
                          <a:pt x="58220" y="77117"/>
                          <a:pt x="62091" y="92178"/>
                          <a:pt x="70222" y="104007"/>
                        </a:cubicBezTo>
                        <a:cubicBezTo>
                          <a:pt x="61712" y="101055"/>
                          <a:pt x="51625" y="109780"/>
                          <a:pt x="53312" y="118624"/>
                        </a:cubicBezTo>
                        <a:cubicBezTo>
                          <a:pt x="37180" y="119251"/>
                          <a:pt x="21481" y="127328"/>
                          <a:pt x="11589" y="140086"/>
                        </a:cubicBezTo>
                        <a:cubicBezTo>
                          <a:pt x="1695" y="152855"/>
                          <a:pt x="-2208" y="170067"/>
                          <a:pt x="1220" y="185842"/>
                        </a:cubicBezTo>
                        <a:cubicBezTo>
                          <a:pt x="72730" y="158498"/>
                          <a:pt x="150003" y="148530"/>
                          <a:pt x="226518" y="151914"/>
                        </a:cubicBezTo>
                        <a:lnTo>
                          <a:pt x="226518" y="2212"/>
                        </a:lnTo>
                        <a:cubicBezTo>
                          <a:pt x="215847" y="-166"/>
                          <a:pt x="204959" y="-901"/>
                          <a:pt x="194321" y="1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4" name="Google Shape;14;p2"/>
                  <p:cNvGrpSpPr/>
                  <p:nvPr/>
                </p:nvGrpSpPr>
                <p:grpSpPr>
                  <a:xfrm flipH="1">
                    <a:off x="-1" y="4271587"/>
                    <a:ext cx="1326491" cy="334731"/>
                    <a:chOff x="7814590" y="4271587"/>
                    <a:chExt cx="1326491" cy="334731"/>
                  </a:xfrm>
                </p:grpSpPr>
                <p:sp>
                  <p:nvSpPr>
                    <p:cNvPr id="15" name="Google Shape;15;p2"/>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 name="Google Shape;16;p2"/>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 name="Google Shape;17;p2"/>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8" name="Google Shape;18;p2"/>
                <p:cNvGrpSpPr/>
                <p:nvPr/>
              </p:nvGrpSpPr>
              <p:grpSpPr>
                <a:xfrm>
                  <a:off x="3383561" y="3634654"/>
                  <a:ext cx="5757520" cy="971959"/>
                  <a:chOff x="3383561" y="3634654"/>
                  <a:chExt cx="5757520" cy="971959"/>
                </a:xfrm>
              </p:grpSpPr>
              <p:sp>
                <p:nvSpPr>
                  <p:cNvPr id="19" name="Google Shape;19;p2"/>
                  <p:cNvSpPr/>
                  <p:nvPr/>
                </p:nvSpPr>
                <p:spPr>
                  <a:xfrm flipH="1">
                    <a:off x="6735390" y="3634654"/>
                    <a:ext cx="1254258" cy="629767"/>
                  </a:xfrm>
                  <a:custGeom>
                    <a:rect b="b" l="l" r="r" t="t"/>
                    <a:pathLst>
                      <a:path extrusionOk="0" h="172539" w="284735">
                        <a:moveTo>
                          <a:pt x="7229" y="111178"/>
                        </a:moveTo>
                        <a:cubicBezTo>
                          <a:pt x="18073" y="92128"/>
                          <a:pt x="40929" y="80667"/>
                          <a:pt x="62683" y="83380"/>
                        </a:cubicBezTo>
                        <a:cubicBezTo>
                          <a:pt x="62207" y="72406"/>
                          <a:pt x="76922" y="64265"/>
                          <a:pt x="85961" y="70504"/>
                        </a:cubicBezTo>
                        <a:cubicBezTo>
                          <a:pt x="80706" y="53442"/>
                          <a:pt x="91259" y="33148"/>
                          <a:pt x="108244" y="27645"/>
                        </a:cubicBezTo>
                        <a:cubicBezTo>
                          <a:pt x="125230" y="22153"/>
                          <a:pt x="145675" y="32413"/>
                          <a:pt x="151405" y="49323"/>
                        </a:cubicBezTo>
                        <a:cubicBezTo>
                          <a:pt x="157244" y="39322"/>
                          <a:pt x="173473" y="37863"/>
                          <a:pt x="180998" y="46653"/>
                        </a:cubicBezTo>
                        <a:cubicBezTo>
                          <a:pt x="184036" y="17266"/>
                          <a:pt x="216061" y="-5548"/>
                          <a:pt x="244831" y="1188"/>
                        </a:cubicBezTo>
                        <a:cubicBezTo>
                          <a:pt x="273602" y="7924"/>
                          <a:pt x="292177" y="42576"/>
                          <a:pt x="281851" y="70255"/>
                        </a:cubicBezTo>
                        <a:cubicBezTo>
                          <a:pt x="280522" y="73834"/>
                          <a:pt x="252551" y="79380"/>
                          <a:pt x="248053" y="80862"/>
                        </a:cubicBezTo>
                        <a:cubicBezTo>
                          <a:pt x="236030" y="84808"/>
                          <a:pt x="224062" y="88916"/>
                          <a:pt x="212158" y="93187"/>
                        </a:cubicBezTo>
                        <a:cubicBezTo>
                          <a:pt x="188339" y="101728"/>
                          <a:pt x="164758" y="110929"/>
                          <a:pt x="141448" y="120768"/>
                        </a:cubicBezTo>
                        <a:cubicBezTo>
                          <a:pt x="118137" y="130607"/>
                          <a:pt x="95097" y="141084"/>
                          <a:pt x="72360" y="152199"/>
                        </a:cubicBezTo>
                        <a:cubicBezTo>
                          <a:pt x="57180" y="159615"/>
                          <a:pt x="33696" y="178590"/>
                          <a:pt x="15835" y="170622"/>
                        </a:cubicBezTo>
                        <a:cubicBezTo>
                          <a:pt x="-5346" y="161172"/>
                          <a:pt x="-2102" y="127569"/>
                          <a:pt x="7229" y="11118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 name="Google Shape;20;p2"/>
                  <p:cNvSpPr/>
                  <p:nvPr/>
                </p:nvSpPr>
                <p:spPr>
                  <a:xfrm flipH="1">
                    <a:off x="3766253" y="3788189"/>
                    <a:ext cx="2420451" cy="680926"/>
                  </a:xfrm>
                  <a:custGeom>
                    <a:rect b="b" l="l" r="r" t="t"/>
                    <a:pathLst>
                      <a:path extrusionOk="0" h="186555" w="549478">
                        <a:moveTo>
                          <a:pt x="0" y="42978"/>
                        </a:moveTo>
                        <a:cubicBezTo>
                          <a:pt x="6076" y="26545"/>
                          <a:pt x="21808" y="14111"/>
                          <a:pt x="39204" y="12002"/>
                        </a:cubicBezTo>
                        <a:cubicBezTo>
                          <a:pt x="56600" y="9894"/>
                          <a:pt x="74851" y="18209"/>
                          <a:pt x="84679" y="32707"/>
                        </a:cubicBezTo>
                        <a:cubicBezTo>
                          <a:pt x="90474" y="25236"/>
                          <a:pt x="105124" y="30231"/>
                          <a:pt x="105157" y="39691"/>
                        </a:cubicBezTo>
                        <a:cubicBezTo>
                          <a:pt x="112292" y="31929"/>
                          <a:pt x="124110" y="28869"/>
                          <a:pt x="134111" y="32199"/>
                        </a:cubicBezTo>
                        <a:cubicBezTo>
                          <a:pt x="144112" y="35518"/>
                          <a:pt x="151756" y="45054"/>
                          <a:pt x="152815" y="55531"/>
                        </a:cubicBezTo>
                        <a:cubicBezTo>
                          <a:pt x="155227" y="24825"/>
                          <a:pt x="184581" y="-1221"/>
                          <a:pt x="215363" y="44"/>
                        </a:cubicBezTo>
                        <a:cubicBezTo>
                          <a:pt x="246133" y="1309"/>
                          <a:pt x="273260" y="29680"/>
                          <a:pt x="273131" y="60483"/>
                        </a:cubicBezTo>
                        <a:cubicBezTo>
                          <a:pt x="277434" y="56720"/>
                          <a:pt x="284851" y="57434"/>
                          <a:pt x="288375" y="61932"/>
                        </a:cubicBezTo>
                        <a:cubicBezTo>
                          <a:pt x="291889" y="66429"/>
                          <a:pt x="290776" y="73803"/>
                          <a:pt x="286094" y="77069"/>
                        </a:cubicBezTo>
                        <a:cubicBezTo>
                          <a:pt x="297803" y="78334"/>
                          <a:pt x="308561" y="86302"/>
                          <a:pt x="313167" y="97146"/>
                        </a:cubicBezTo>
                        <a:cubicBezTo>
                          <a:pt x="317773" y="107991"/>
                          <a:pt x="316043" y="121268"/>
                          <a:pt x="308821" y="130577"/>
                        </a:cubicBezTo>
                        <a:cubicBezTo>
                          <a:pt x="322022" y="114445"/>
                          <a:pt x="346781" y="111818"/>
                          <a:pt x="365627" y="120716"/>
                        </a:cubicBezTo>
                        <a:cubicBezTo>
                          <a:pt x="370946" y="105990"/>
                          <a:pt x="380125" y="92237"/>
                          <a:pt x="393359" y="83880"/>
                        </a:cubicBezTo>
                        <a:cubicBezTo>
                          <a:pt x="406593" y="75522"/>
                          <a:pt x="424184" y="73295"/>
                          <a:pt x="438110" y="80453"/>
                        </a:cubicBezTo>
                        <a:cubicBezTo>
                          <a:pt x="452035" y="87610"/>
                          <a:pt x="460642" y="104974"/>
                          <a:pt x="455712" y="119830"/>
                        </a:cubicBezTo>
                        <a:cubicBezTo>
                          <a:pt x="459290" y="113721"/>
                          <a:pt x="467518" y="110834"/>
                          <a:pt x="474124" y="113342"/>
                        </a:cubicBezTo>
                        <a:cubicBezTo>
                          <a:pt x="480741" y="115862"/>
                          <a:pt x="484958" y="123495"/>
                          <a:pt x="483574" y="130426"/>
                        </a:cubicBezTo>
                        <a:cubicBezTo>
                          <a:pt x="496472" y="118186"/>
                          <a:pt x="518096" y="116489"/>
                          <a:pt x="532747" y="126576"/>
                        </a:cubicBezTo>
                        <a:cubicBezTo>
                          <a:pt x="547396" y="136664"/>
                          <a:pt x="553527" y="157466"/>
                          <a:pt x="546683" y="173889"/>
                        </a:cubicBezTo>
                        <a:cubicBezTo>
                          <a:pt x="477249" y="182906"/>
                          <a:pt x="405404" y="189350"/>
                          <a:pt x="335494" y="185339"/>
                        </a:cubicBezTo>
                        <a:cubicBezTo>
                          <a:pt x="213319" y="178344"/>
                          <a:pt x="92918" y="122597"/>
                          <a:pt x="0" y="429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1" name="Google Shape;21;p2"/>
                  <p:cNvGrpSpPr/>
                  <p:nvPr/>
                </p:nvGrpSpPr>
                <p:grpSpPr>
                  <a:xfrm flipH="1">
                    <a:off x="3383561" y="3744257"/>
                    <a:ext cx="5757520" cy="862356"/>
                    <a:chOff x="-1" y="3744257"/>
                    <a:chExt cx="5757520" cy="862356"/>
                  </a:xfrm>
                </p:grpSpPr>
                <p:sp>
                  <p:nvSpPr>
                    <p:cNvPr id="22" name="Google Shape;22;p2"/>
                    <p:cNvSpPr/>
                    <p:nvPr/>
                  </p:nvSpPr>
                  <p:spPr>
                    <a:xfrm>
                      <a:off x="-1" y="3924389"/>
                      <a:ext cx="5151374" cy="682083"/>
                    </a:xfrm>
                    <a:custGeom>
                      <a:rect b="b" l="l" r="r" t="t"/>
                      <a:pathLst>
                        <a:path extrusionOk="0" h="186872" w="1169438">
                          <a:moveTo>
                            <a:pt x="1073559" y="155615"/>
                          </a:moveTo>
                          <a:cubicBezTo>
                            <a:pt x="1047815" y="155962"/>
                            <a:pt x="1022180" y="158643"/>
                            <a:pt x="996664" y="161875"/>
                          </a:cubicBezTo>
                          <a:cubicBezTo>
                            <a:pt x="973332" y="164827"/>
                            <a:pt x="949654" y="165141"/>
                            <a:pt x="926117" y="162730"/>
                          </a:cubicBezTo>
                          <a:cubicBezTo>
                            <a:pt x="787962" y="148609"/>
                            <a:pt x="683724" y="17482"/>
                            <a:pt x="545753" y="1654"/>
                          </a:cubicBezTo>
                          <a:cubicBezTo>
                            <a:pt x="493899" y="-4293"/>
                            <a:pt x="450100" y="5708"/>
                            <a:pt x="405274" y="33127"/>
                          </a:cubicBezTo>
                          <a:cubicBezTo>
                            <a:pt x="369065" y="55281"/>
                            <a:pt x="336683" y="83295"/>
                            <a:pt x="300301" y="105178"/>
                          </a:cubicBezTo>
                          <a:cubicBezTo>
                            <a:pt x="243322" y="139473"/>
                            <a:pt x="176948" y="157984"/>
                            <a:pt x="110444" y="158146"/>
                          </a:cubicBezTo>
                          <a:cubicBezTo>
                            <a:pt x="73067" y="158232"/>
                            <a:pt x="35701" y="152523"/>
                            <a:pt x="0" y="141474"/>
                          </a:cubicBezTo>
                          <a:lnTo>
                            <a:pt x="0" y="186873"/>
                          </a:lnTo>
                          <a:lnTo>
                            <a:pt x="1169439" y="186873"/>
                          </a:lnTo>
                          <a:cubicBezTo>
                            <a:pt x="1154832" y="175909"/>
                            <a:pt x="1139663" y="166157"/>
                            <a:pt x="1122245" y="160892"/>
                          </a:cubicBezTo>
                          <a:cubicBezTo>
                            <a:pt x="1106557" y="156145"/>
                            <a:pt x="1089950" y="155388"/>
                            <a:pt x="1073559" y="15560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 name="Google Shape;23;p2"/>
                    <p:cNvSpPr/>
                    <p:nvPr/>
                  </p:nvSpPr>
                  <p:spPr>
                    <a:xfrm>
                      <a:off x="-1" y="3924389"/>
                      <a:ext cx="5151374" cy="682083"/>
                    </a:xfrm>
                    <a:custGeom>
                      <a:rect b="b" l="l" r="r" t="t"/>
                      <a:pathLst>
                        <a:path extrusionOk="0" h="186872" w="1169438">
                          <a:moveTo>
                            <a:pt x="1073559" y="155615"/>
                          </a:moveTo>
                          <a:cubicBezTo>
                            <a:pt x="1047815" y="155962"/>
                            <a:pt x="1022180" y="158643"/>
                            <a:pt x="996664" y="161875"/>
                          </a:cubicBezTo>
                          <a:cubicBezTo>
                            <a:pt x="973332" y="164827"/>
                            <a:pt x="949654" y="165141"/>
                            <a:pt x="926117" y="162730"/>
                          </a:cubicBezTo>
                          <a:cubicBezTo>
                            <a:pt x="787962" y="148609"/>
                            <a:pt x="683724" y="17482"/>
                            <a:pt x="545753" y="1654"/>
                          </a:cubicBezTo>
                          <a:cubicBezTo>
                            <a:pt x="493899" y="-4293"/>
                            <a:pt x="450100" y="5708"/>
                            <a:pt x="405274" y="33127"/>
                          </a:cubicBezTo>
                          <a:cubicBezTo>
                            <a:pt x="369065" y="55281"/>
                            <a:pt x="336683" y="83295"/>
                            <a:pt x="300301" y="105178"/>
                          </a:cubicBezTo>
                          <a:cubicBezTo>
                            <a:pt x="243322" y="139473"/>
                            <a:pt x="176948" y="157984"/>
                            <a:pt x="110444" y="158146"/>
                          </a:cubicBezTo>
                          <a:cubicBezTo>
                            <a:pt x="73067" y="158232"/>
                            <a:pt x="35701" y="152523"/>
                            <a:pt x="0" y="141474"/>
                          </a:cubicBezTo>
                          <a:lnTo>
                            <a:pt x="0" y="186873"/>
                          </a:lnTo>
                          <a:lnTo>
                            <a:pt x="1169439" y="186873"/>
                          </a:lnTo>
                          <a:cubicBezTo>
                            <a:pt x="1154832" y="175909"/>
                            <a:pt x="1139663" y="166157"/>
                            <a:pt x="1122245" y="160892"/>
                          </a:cubicBezTo>
                          <a:cubicBezTo>
                            <a:pt x="1106557" y="156145"/>
                            <a:pt x="1089950" y="155388"/>
                            <a:pt x="1073559" y="155605"/>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 name="Google Shape;24;p2"/>
                    <p:cNvSpPr/>
                    <p:nvPr/>
                  </p:nvSpPr>
                  <p:spPr>
                    <a:xfrm>
                      <a:off x="48" y="3744257"/>
                      <a:ext cx="5757472" cy="862356"/>
                    </a:xfrm>
                    <a:custGeom>
                      <a:rect b="b" l="l" r="r" t="t"/>
                      <a:pathLst>
                        <a:path extrusionOk="0" h="236262" w="1307031">
                          <a:moveTo>
                            <a:pt x="1109130" y="157584"/>
                          </a:moveTo>
                          <a:cubicBezTo>
                            <a:pt x="1073159" y="160493"/>
                            <a:pt x="1038117" y="171456"/>
                            <a:pt x="1002081" y="173240"/>
                          </a:cubicBezTo>
                          <a:cubicBezTo>
                            <a:pt x="832907" y="181619"/>
                            <a:pt x="702126" y="-7449"/>
                            <a:pt x="532919" y="228"/>
                          </a:cubicBezTo>
                          <a:cubicBezTo>
                            <a:pt x="403771" y="6088"/>
                            <a:pt x="305912" y="124975"/>
                            <a:pt x="179294" y="151086"/>
                          </a:cubicBezTo>
                          <a:cubicBezTo>
                            <a:pt x="118596" y="163606"/>
                            <a:pt x="53865" y="151951"/>
                            <a:pt x="0" y="121505"/>
                          </a:cubicBezTo>
                          <a:lnTo>
                            <a:pt x="0" y="190853"/>
                          </a:lnTo>
                          <a:cubicBezTo>
                            <a:pt x="35701" y="201913"/>
                            <a:pt x="73067" y="207622"/>
                            <a:pt x="110444" y="207525"/>
                          </a:cubicBezTo>
                          <a:cubicBezTo>
                            <a:pt x="176948" y="207362"/>
                            <a:pt x="243311" y="188852"/>
                            <a:pt x="300301" y="154557"/>
                          </a:cubicBezTo>
                          <a:cubicBezTo>
                            <a:pt x="336672" y="132663"/>
                            <a:pt x="369054" y="104660"/>
                            <a:pt x="405274" y="82506"/>
                          </a:cubicBezTo>
                          <a:cubicBezTo>
                            <a:pt x="450089" y="55087"/>
                            <a:pt x="493889" y="45086"/>
                            <a:pt x="545753" y="51033"/>
                          </a:cubicBezTo>
                          <a:cubicBezTo>
                            <a:pt x="683713" y="66861"/>
                            <a:pt x="787962" y="197988"/>
                            <a:pt x="926117" y="212109"/>
                          </a:cubicBezTo>
                          <a:cubicBezTo>
                            <a:pt x="949654" y="214520"/>
                            <a:pt x="973332" y="214206"/>
                            <a:pt x="996664" y="211254"/>
                          </a:cubicBezTo>
                          <a:cubicBezTo>
                            <a:pt x="1022180" y="208032"/>
                            <a:pt x="1047815" y="205341"/>
                            <a:pt x="1073559" y="204994"/>
                          </a:cubicBezTo>
                          <a:cubicBezTo>
                            <a:pt x="1089950" y="204778"/>
                            <a:pt x="1106557" y="205535"/>
                            <a:pt x="1122245" y="210281"/>
                          </a:cubicBezTo>
                          <a:cubicBezTo>
                            <a:pt x="1139674" y="215547"/>
                            <a:pt x="1154843" y="225288"/>
                            <a:pt x="1169439" y="236263"/>
                          </a:cubicBezTo>
                          <a:lnTo>
                            <a:pt x="1307031" y="236263"/>
                          </a:lnTo>
                          <a:cubicBezTo>
                            <a:pt x="1257653" y="181878"/>
                            <a:pt x="1182435" y="151670"/>
                            <a:pt x="1109130" y="15759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grpSp>
            <p:nvGrpSpPr>
              <p:cNvPr id="25" name="Google Shape;25;p2"/>
              <p:cNvGrpSpPr/>
              <p:nvPr/>
            </p:nvGrpSpPr>
            <p:grpSpPr>
              <a:xfrm>
                <a:off x="43" y="4603847"/>
                <a:ext cx="9144293" cy="539950"/>
                <a:chOff x="43" y="4603847"/>
                <a:chExt cx="9144293" cy="539950"/>
              </a:xfrm>
            </p:grpSpPr>
            <p:sp>
              <p:nvSpPr>
                <p:cNvPr id="26" name="Google Shape;26;p2"/>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 name="Google Shape;27;p2"/>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 name="Google Shape;28;p2"/>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 name="Google Shape;29;p2"/>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 name="Google Shape;30;p2"/>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2"/>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2" name="Google Shape;32;p2"/>
                <p:cNvGrpSpPr/>
                <p:nvPr/>
              </p:nvGrpSpPr>
              <p:grpSpPr>
                <a:xfrm>
                  <a:off x="206231" y="4759958"/>
                  <a:ext cx="339829" cy="252642"/>
                  <a:chOff x="206231" y="4759958"/>
                  <a:chExt cx="339829" cy="252642"/>
                </a:xfrm>
              </p:grpSpPr>
              <p:sp>
                <p:nvSpPr>
                  <p:cNvPr id="33" name="Google Shape;33;p2"/>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 name="Google Shape;34;p2"/>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5" name="Google Shape;35;p2"/>
                <p:cNvGrpSpPr/>
                <p:nvPr/>
              </p:nvGrpSpPr>
              <p:grpSpPr>
                <a:xfrm>
                  <a:off x="609226" y="4765719"/>
                  <a:ext cx="323828" cy="223114"/>
                  <a:chOff x="609226" y="4765719"/>
                  <a:chExt cx="323828" cy="223114"/>
                </a:xfrm>
              </p:grpSpPr>
              <p:sp>
                <p:nvSpPr>
                  <p:cNvPr id="36" name="Google Shape;36;p2"/>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 name="Google Shape;37;p2"/>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8" name="Google Shape;38;p2"/>
                <p:cNvGrpSpPr/>
                <p:nvPr/>
              </p:nvGrpSpPr>
              <p:grpSpPr>
                <a:xfrm>
                  <a:off x="1292902" y="4770096"/>
                  <a:ext cx="343944" cy="212303"/>
                  <a:chOff x="1292902" y="4770096"/>
                  <a:chExt cx="343944" cy="212303"/>
                </a:xfrm>
              </p:grpSpPr>
              <p:sp>
                <p:nvSpPr>
                  <p:cNvPr id="39" name="Google Shape;39;p2"/>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2"/>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 name="Google Shape;41;p2"/>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2" name="Google Shape;42;p2"/>
                <p:cNvGrpSpPr/>
                <p:nvPr/>
              </p:nvGrpSpPr>
              <p:grpSpPr>
                <a:xfrm>
                  <a:off x="7907471" y="4759958"/>
                  <a:ext cx="339829" cy="252642"/>
                  <a:chOff x="7907471" y="4759958"/>
                  <a:chExt cx="339829" cy="252642"/>
                </a:xfrm>
              </p:grpSpPr>
              <p:sp>
                <p:nvSpPr>
                  <p:cNvPr id="43" name="Google Shape;43;p2"/>
                  <p:cNvSpPr/>
                  <p:nvPr/>
                </p:nvSpPr>
                <p:spPr>
                  <a:xfrm>
                    <a:off x="7980286" y="4766784"/>
                    <a:ext cx="267013" cy="245817"/>
                  </a:xfrm>
                  <a:custGeom>
                    <a:rect b="b" l="l" r="r" t="t"/>
                    <a:pathLst>
                      <a:path extrusionOk="0" h="67347" w="60616">
                        <a:moveTo>
                          <a:pt x="60606" y="0"/>
                        </a:moveTo>
                        <a:cubicBezTo>
                          <a:pt x="53546" y="638"/>
                          <a:pt x="45923" y="3005"/>
                          <a:pt x="38604" y="6973"/>
                        </a:cubicBezTo>
                        <a:cubicBezTo>
                          <a:pt x="31284" y="10920"/>
                          <a:pt x="24289" y="16434"/>
                          <a:pt x="18407" y="22975"/>
                        </a:cubicBezTo>
                        <a:cubicBezTo>
                          <a:pt x="12525"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 name="Google Shape;44;p2"/>
                  <p:cNvSpPr/>
                  <p:nvPr/>
                </p:nvSpPr>
                <p:spPr>
                  <a:xfrm>
                    <a:off x="7907471" y="4759958"/>
                    <a:ext cx="124824" cy="239977"/>
                  </a:xfrm>
                  <a:custGeom>
                    <a:rect b="b" l="l" r="r" t="t"/>
                    <a:pathLst>
                      <a:path extrusionOk="0" h="65747" w="28337">
                        <a:moveTo>
                          <a:pt x="0" y="11"/>
                        </a:moveTo>
                        <a:cubicBezTo>
                          <a:pt x="1633" y="10952"/>
                          <a:pt x="5482" y="22683"/>
                          <a:pt x="9990" y="34101"/>
                        </a:cubicBezTo>
                        <a:cubicBezTo>
                          <a:pt x="14553" y="45507"/>
                          <a:pt x="19808"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5" name="Google Shape;45;p2"/>
                <p:cNvGrpSpPr/>
                <p:nvPr/>
              </p:nvGrpSpPr>
              <p:grpSpPr>
                <a:xfrm>
                  <a:off x="8310466" y="4765719"/>
                  <a:ext cx="323832" cy="223114"/>
                  <a:chOff x="8310466" y="4765719"/>
                  <a:chExt cx="323832" cy="223114"/>
                </a:xfrm>
              </p:grpSpPr>
              <p:sp>
                <p:nvSpPr>
                  <p:cNvPr id="46" name="Google Shape;46;p2"/>
                  <p:cNvSpPr/>
                  <p:nvPr/>
                </p:nvSpPr>
                <p:spPr>
                  <a:xfrm>
                    <a:off x="8310466" y="4765719"/>
                    <a:ext cx="146206" cy="203907"/>
                  </a:xfrm>
                  <a:custGeom>
                    <a:rect b="b" l="l" r="r" t="t"/>
                    <a:pathLst>
                      <a:path extrusionOk="0" h="55865" w="33191">
                        <a:moveTo>
                          <a:pt x="33191" y="11"/>
                        </a:moveTo>
                        <a:cubicBezTo>
                          <a:pt x="28413" y="1654"/>
                          <a:pt x="23526" y="4184"/>
                          <a:pt x="18866" y="7720"/>
                        </a:cubicBezTo>
                        <a:cubicBezTo>
                          <a:pt x="14217" y="11244"/>
                          <a:pt x="9784" y="15829"/>
                          <a:pt x="6356" y="21310"/>
                        </a:cubicBezTo>
                        <a:cubicBezTo>
                          <a:pt x="2929" y="26803"/>
                          <a:pt x="658" y="33160"/>
                          <a:pt x="128" y="39377"/>
                        </a:cubicBezTo>
                        <a:cubicBezTo>
                          <a:pt x="-434" y="45594"/>
                          <a:pt x="875" y="51584"/>
                          <a:pt x="3556" y="55865"/>
                        </a:cubicBezTo>
                        <a:lnTo>
                          <a:pt x="3556" y="55865"/>
                        </a:lnTo>
                        <a:cubicBezTo>
                          <a:pt x="7286" y="46470"/>
                          <a:pt x="12281" y="37658"/>
                          <a:pt x="17958" y="28543"/>
                        </a:cubicBezTo>
                        <a:cubicBezTo>
                          <a:pt x="20801" y="23981"/>
                          <a:pt x="23807" y="19310"/>
                          <a:pt x="26532"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 name="Google Shape;47;p2"/>
                  <p:cNvSpPr/>
                  <p:nvPr/>
                </p:nvSpPr>
                <p:spPr>
                  <a:xfrm>
                    <a:off x="8366831"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2" y="40876"/>
                          <a:pt x="97" y="47958"/>
                          <a:pt x="0" y="54380"/>
                        </a:cubicBezTo>
                        <a:lnTo>
                          <a:pt x="0" y="54380"/>
                        </a:lnTo>
                        <a:cubicBezTo>
                          <a:pt x="10466" y="46855"/>
                          <a:pt x="20856" y="37557"/>
                          <a:pt x="31268" y="28302"/>
                        </a:cubicBezTo>
                        <a:cubicBezTo>
                          <a:pt x="41636"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8" name="Google Shape;48;p2"/>
                <p:cNvGrpSpPr/>
                <p:nvPr/>
              </p:nvGrpSpPr>
              <p:grpSpPr>
                <a:xfrm>
                  <a:off x="8769488" y="4770096"/>
                  <a:ext cx="343944" cy="212303"/>
                  <a:chOff x="8769488" y="4770096"/>
                  <a:chExt cx="343944" cy="212303"/>
                </a:xfrm>
              </p:grpSpPr>
              <p:sp>
                <p:nvSpPr>
                  <p:cNvPr id="49" name="Google Shape;49;p2"/>
                  <p:cNvSpPr/>
                  <p:nvPr/>
                </p:nvSpPr>
                <p:spPr>
                  <a:xfrm>
                    <a:off x="8769488"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 name="Google Shape;50;p2"/>
                  <p:cNvSpPr/>
                  <p:nvPr/>
                </p:nvSpPr>
                <p:spPr>
                  <a:xfrm>
                    <a:off x="8895286" y="4798061"/>
                    <a:ext cx="48385" cy="165666"/>
                  </a:xfrm>
                  <a:custGeom>
                    <a:rect b="b" l="l" r="r" t="t"/>
                    <a:pathLst>
                      <a:path extrusionOk="0" h="45388" w="10984">
                        <a:moveTo>
                          <a:pt x="4546" y="0"/>
                        </a:moveTo>
                        <a:cubicBezTo>
                          <a:pt x="2827" y="6984"/>
                          <a:pt x="1919" y="14780"/>
                          <a:pt x="1141" y="22575"/>
                        </a:cubicBezTo>
                        <a:cubicBezTo>
                          <a:pt x="395" y="30371"/>
                          <a:pt x="-244" y="38198"/>
                          <a:pt x="92" y="45388"/>
                        </a:cubicBezTo>
                        <a:lnTo>
                          <a:pt x="92" y="45388"/>
                        </a:lnTo>
                        <a:cubicBezTo>
                          <a:pt x="5681" y="40901"/>
                          <a:pt x="9963" y="32479"/>
                          <a:pt x="10796" y="23526"/>
                        </a:cubicBezTo>
                        <a:cubicBezTo>
                          <a:pt x="11726"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 name="Google Shape;51;p2"/>
                  <p:cNvSpPr/>
                  <p:nvPr/>
                </p:nvSpPr>
                <p:spPr>
                  <a:xfrm>
                    <a:off x="8914969" y="4787570"/>
                    <a:ext cx="198463" cy="194830"/>
                  </a:xfrm>
                  <a:custGeom>
                    <a:rect b="b" l="l" r="r" t="t"/>
                    <a:pathLst>
                      <a:path extrusionOk="0" h="53378" w="45054">
                        <a:moveTo>
                          <a:pt x="45054" y="0"/>
                        </a:moveTo>
                        <a:cubicBezTo>
                          <a:pt x="39583" y="346"/>
                          <a:pt x="33605"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2" name="Google Shape;52;p2"/>
                <p:cNvGrpSpPr/>
                <p:nvPr/>
              </p:nvGrpSpPr>
              <p:grpSpPr>
                <a:xfrm>
                  <a:off x="4344901" y="4806225"/>
                  <a:ext cx="237616" cy="159509"/>
                  <a:chOff x="4344901" y="4806225"/>
                  <a:chExt cx="237616" cy="159509"/>
                </a:xfrm>
              </p:grpSpPr>
              <p:sp>
                <p:nvSpPr>
                  <p:cNvPr id="53" name="Google Shape;53;p2"/>
                  <p:cNvSpPr/>
                  <p:nvPr/>
                </p:nvSpPr>
                <p:spPr>
                  <a:xfrm>
                    <a:off x="4344901" y="4806225"/>
                    <a:ext cx="125419" cy="159509"/>
                  </a:xfrm>
                  <a:custGeom>
                    <a:rect b="b" l="l" r="r" t="t"/>
                    <a:pathLst>
                      <a:path extrusionOk="0" h="43701" w="28472">
                        <a:moveTo>
                          <a:pt x="28472" y="0"/>
                        </a:moveTo>
                        <a:cubicBezTo>
                          <a:pt x="20688" y="2292"/>
                          <a:pt x="12535" y="8768"/>
                          <a:pt x="7151" y="17191"/>
                        </a:cubicBezTo>
                        <a:cubicBezTo>
                          <a:pt x="1691" y="25570"/>
                          <a:pt x="-850" y="35658"/>
                          <a:pt x="253" y="43702"/>
                        </a:cubicBezTo>
                        <a:lnTo>
                          <a:pt x="253" y="43702"/>
                        </a:lnTo>
                        <a:cubicBezTo>
                          <a:pt x="6092" y="38037"/>
                          <a:pt x="11465" y="30727"/>
                          <a:pt x="16374" y="23159"/>
                        </a:cubicBezTo>
                        <a:cubicBezTo>
                          <a:pt x="21250" y="15569"/>
                          <a:pt x="25715" y="7665"/>
                          <a:pt x="28472" y="11"/>
                        </a:cubicBezTo>
                        <a:lnTo>
                          <a:pt x="28472" y="11"/>
                        </a:lnTo>
                        <a:cubicBezTo>
                          <a:pt x="28472" y="11"/>
                          <a:pt x="28472" y="11"/>
                          <a:pt x="28472" y="1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 name="Google Shape;54;p2"/>
                  <p:cNvSpPr/>
                  <p:nvPr/>
                </p:nvSpPr>
                <p:spPr>
                  <a:xfrm>
                    <a:off x="4372914" y="4811471"/>
                    <a:ext cx="209603" cy="144277"/>
                  </a:xfrm>
                  <a:custGeom>
                    <a:rect b="b" l="l" r="r" t="t"/>
                    <a:pathLst>
                      <a:path extrusionOk="0" h="39528" w="47583">
                        <a:moveTo>
                          <a:pt x="47583" y="0"/>
                        </a:moveTo>
                        <a:cubicBezTo>
                          <a:pt x="37950" y="87"/>
                          <a:pt x="26576" y="4649"/>
                          <a:pt x="17526" y="12217"/>
                        </a:cubicBezTo>
                        <a:cubicBezTo>
                          <a:pt x="8423" y="19732"/>
                          <a:pt x="1849" y="30079"/>
                          <a:pt x="0" y="39528"/>
                        </a:cubicBezTo>
                        <a:lnTo>
                          <a:pt x="0" y="39528"/>
                        </a:lnTo>
                        <a:cubicBezTo>
                          <a:pt x="8736" y="35420"/>
                          <a:pt x="17559" y="29116"/>
                          <a:pt x="25851" y="22251"/>
                        </a:cubicBezTo>
                        <a:cubicBezTo>
                          <a:pt x="34122" y="15353"/>
                          <a:pt x="41929" y="7828"/>
                          <a:pt x="47572" y="0"/>
                        </a:cubicBezTo>
                        <a:lnTo>
                          <a:pt x="47572"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5" name="Google Shape;55;p2"/>
                <p:cNvGrpSpPr/>
                <p:nvPr/>
              </p:nvGrpSpPr>
              <p:grpSpPr>
                <a:xfrm>
                  <a:off x="4627559" y="4826661"/>
                  <a:ext cx="393158" cy="170393"/>
                  <a:chOff x="4627559" y="4826661"/>
                  <a:chExt cx="393158" cy="170393"/>
                </a:xfrm>
              </p:grpSpPr>
              <p:sp>
                <p:nvSpPr>
                  <p:cNvPr id="56" name="Google Shape;56;p2"/>
                  <p:cNvSpPr/>
                  <p:nvPr/>
                </p:nvSpPr>
                <p:spPr>
                  <a:xfrm>
                    <a:off x="4627559" y="4829178"/>
                    <a:ext cx="132494" cy="160418"/>
                  </a:xfrm>
                  <a:custGeom>
                    <a:rect b="b" l="l" r="r" t="t"/>
                    <a:pathLst>
                      <a:path extrusionOk="0" h="43950" w="30078">
                        <a:moveTo>
                          <a:pt x="0" y="0"/>
                        </a:moveTo>
                        <a:cubicBezTo>
                          <a:pt x="3438" y="7590"/>
                          <a:pt x="8347" y="15331"/>
                          <a:pt x="13439" y="22921"/>
                        </a:cubicBezTo>
                        <a:cubicBezTo>
                          <a:pt x="18564" y="30479"/>
                          <a:pt x="23916" y="37918"/>
                          <a:pt x="29679" y="43950"/>
                        </a:cubicBezTo>
                        <a:lnTo>
                          <a:pt x="29679" y="43950"/>
                        </a:lnTo>
                        <a:cubicBezTo>
                          <a:pt x="30381" y="39853"/>
                          <a:pt x="30165" y="35171"/>
                          <a:pt x="28976" y="30435"/>
                        </a:cubicBezTo>
                        <a:cubicBezTo>
                          <a:pt x="27797" y="25700"/>
                          <a:pt x="25667" y="20911"/>
                          <a:pt x="22770" y="16629"/>
                        </a:cubicBezTo>
                        <a:cubicBezTo>
                          <a:pt x="19872" y="12347"/>
                          <a:pt x="16240" y="8574"/>
                          <a:pt x="12282" y="5720"/>
                        </a:cubicBezTo>
                        <a:cubicBezTo>
                          <a:pt x="8325" y="2854"/>
                          <a:pt x="4065" y="897"/>
                          <a:pt x="0" y="11"/>
                        </a:cubicBezTo>
                        <a:lnTo>
                          <a:pt x="0" y="11"/>
                        </a:ln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 name="Google Shape;57;p2"/>
                  <p:cNvSpPr/>
                  <p:nvPr/>
                </p:nvSpPr>
                <p:spPr>
                  <a:xfrm>
                    <a:off x="4744022" y="4826661"/>
                    <a:ext cx="234544" cy="170393"/>
                  </a:xfrm>
                  <a:custGeom>
                    <a:rect b="b" l="l" r="r" t="t"/>
                    <a:pathLst>
                      <a:path extrusionOk="0" h="46683" w="53245">
                        <a:moveTo>
                          <a:pt x="53245" y="766"/>
                        </a:moveTo>
                        <a:cubicBezTo>
                          <a:pt x="47764" y="-467"/>
                          <a:pt x="41266" y="-240"/>
                          <a:pt x="34757" y="1652"/>
                        </a:cubicBezTo>
                        <a:cubicBezTo>
                          <a:pt x="28248" y="3512"/>
                          <a:pt x="21772" y="7026"/>
                          <a:pt x="16312" y="11740"/>
                        </a:cubicBezTo>
                        <a:cubicBezTo>
                          <a:pt x="10852" y="16454"/>
                          <a:pt x="6441" y="22357"/>
                          <a:pt x="3651" y="28520"/>
                        </a:cubicBezTo>
                        <a:cubicBezTo>
                          <a:pt x="840" y="34683"/>
                          <a:pt x="-339" y="41084"/>
                          <a:pt x="83" y="46684"/>
                        </a:cubicBezTo>
                        <a:lnTo>
                          <a:pt x="83" y="46684"/>
                        </a:lnTo>
                        <a:cubicBezTo>
                          <a:pt x="83" y="46684"/>
                          <a:pt x="83" y="46684"/>
                          <a:pt x="83" y="46684"/>
                        </a:cubicBezTo>
                        <a:cubicBezTo>
                          <a:pt x="8614" y="39289"/>
                          <a:pt x="17220" y="31050"/>
                          <a:pt x="26270" y="23265"/>
                        </a:cubicBezTo>
                        <a:cubicBezTo>
                          <a:pt x="35287" y="15448"/>
                          <a:pt x="44693" y="8128"/>
                          <a:pt x="53245" y="777"/>
                        </a:cubicBezTo>
                        <a:lnTo>
                          <a:pt x="53245" y="777"/>
                        </a:lnTo>
                        <a:lnTo>
                          <a:pt x="53245" y="777"/>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2"/>
                  <p:cNvSpPr/>
                  <p:nvPr/>
                </p:nvSpPr>
                <p:spPr>
                  <a:xfrm>
                    <a:off x="4737818" y="4867081"/>
                    <a:ext cx="282898" cy="118468"/>
                  </a:xfrm>
                  <a:custGeom>
                    <a:rect b="b" l="l" r="r" t="t"/>
                    <a:pathLst>
                      <a:path extrusionOk="0" h="32457" w="64222">
                        <a:moveTo>
                          <a:pt x="64223" y="1449"/>
                        </a:moveTo>
                        <a:cubicBezTo>
                          <a:pt x="58849" y="-10"/>
                          <a:pt x="52632" y="-389"/>
                          <a:pt x="46178" y="411"/>
                        </a:cubicBezTo>
                        <a:cubicBezTo>
                          <a:pt x="39734" y="1201"/>
                          <a:pt x="33085" y="3179"/>
                          <a:pt x="26900" y="6163"/>
                        </a:cubicBezTo>
                        <a:cubicBezTo>
                          <a:pt x="20726" y="9148"/>
                          <a:pt x="15040" y="13126"/>
                          <a:pt x="10412" y="17689"/>
                        </a:cubicBezTo>
                        <a:cubicBezTo>
                          <a:pt x="5774" y="22241"/>
                          <a:pt x="2195" y="27355"/>
                          <a:pt x="0" y="32458"/>
                        </a:cubicBezTo>
                        <a:lnTo>
                          <a:pt x="0" y="32458"/>
                        </a:lnTo>
                        <a:cubicBezTo>
                          <a:pt x="10855" y="29874"/>
                          <a:pt x="22316" y="25084"/>
                          <a:pt x="33452" y="19743"/>
                        </a:cubicBezTo>
                        <a:cubicBezTo>
                          <a:pt x="44567" y="14348"/>
                          <a:pt x="55444" y="8358"/>
                          <a:pt x="64212" y="1460"/>
                        </a:cubicBezTo>
                        <a:lnTo>
                          <a:pt x="64212" y="146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9" name="Google Shape;59;p2"/>
                <p:cNvSpPr/>
                <p:nvPr/>
              </p:nvSpPr>
              <p:spPr>
                <a:xfrm>
                  <a:off x="2090505" y="4850202"/>
                  <a:ext cx="295236" cy="133623"/>
                </a:xfrm>
                <a:custGeom>
                  <a:rect b="b" l="l" r="r" t="t"/>
                  <a:pathLst>
                    <a:path extrusionOk="0" h="36609" w="67023">
                      <a:moveTo>
                        <a:pt x="67023" y="0"/>
                      </a:moveTo>
                      <a:cubicBezTo>
                        <a:pt x="43410" y="757"/>
                        <a:pt x="13396" y="17159"/>
                        <a:pt x="0" y="36609"/>
                      </a:cubicBezTo>
                      <a:lnTo>
                        <a:pt x="0" y="36609"/>
                      </a:lnTo>
                      <a:cubicBezTo>
                        <a:pt x="23613" y="35852"/>
                        <a:pt x="53627" y="19451"/>
                        <a:pt x="67023" y="0"/>
                      </a:cubicBezTo>
                      <a:lnTo>
                        <a:pt x="67023" y="0"/>
                      </a:lnTo>
                      <a:lnTo>
                        <a:pt x="6702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0" name="Google Shape;60;p2"/>
                <p:cNvGrpSpPr/>
                <p:nvPr/>
              </p:nvGrpSpPr>
              <p:grpSpPr>
                <a:xfrm>
                  <a:off x="2580036" y="4794866"/>
                  <a:ext cx="436020" cy="179560"/>
                  <a:chOff x="2580036" y="4794866"/>
                  <a:chExt cx="436020" cy="179560"/>
                </a:xfrm>
              </p:grpSpPr>
              <p:sp>
                <p:nvSpPr>
                  <p:cNvPr id="61" name="Google Shape;61;p2"/>
                  <p:cNvSpPr/>
                  <p:nvPr/>
                </p:nvSpPr>
                <p:spPr>
                  <a:xfrm>
                    <a:off x="2580036" y="4828113"/>
                    <a:ext cx="74356" cy="141514"/>
                  </a:xfrm>
                  <a:custGeom>
                    <a:rect b="b" l="l" r="r" t="t"/>
                    <a:pathLst>
                      <a:path extrusionOk="0" h="38771" w="16880">
                        <a:moveTo>
                          <a:pt x="55" y="0"/>
                        </a:moveTo>
                        <a:cubicBezTo>
                          <a:pt x="-723" y="13039"/>
                          <a:pt x="6780" y="30403"/>
                          <a:pt x="16825" y="38772"/>
                        </a:cubicBezTo>
                        <a:lnTo>
                          <a:pt x="16825" y="38772"/>
                        </a:lnTo>
                        <a:cubicBezTo>
                          <a:pt x="17603" y="25733"/>
                          <a:pt x="10100" y="8369"/>
                          <a:pt x="55" y="0"/>
                        </a:cubicBezTo>
                        <a:lnTo>
                          <a:pt x="55" y="0"/>
                        </a:lnTo>
                        <a:cubicBezTo>
                          <a:pt x="55" y="0"/>
                          <a:pt x="55" y="0"/>
                          <a:pt x="55"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 name="Google Shape;62;p2"/>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 name="Google Shape;63;p2"/>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 name="Google Shape;64;p2"/>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5" name="Google Shape;65;p2"/>
                <p:cNvGrpSpPr/>
                <p:nvPr/>
              </p:nvGrpSpPr>
              <p:grpSpPr>
                <a:xfrm>
                  <a:off x="3055253" y="4744852"/>
                  <a:ext cx="328964" cy="214701"/>
                  <a:chOff x="3055253" y="4744852"/>
                  <a:chExt cx="328964" cy="214701"/>
                </a:xfrm>
              </p:grpSpPr>
              <p:sp>
                <p:nvSpPr>
                  <p:cNvPr id="66" name="Google Shape;66;p2"/>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2"/>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 name="Google Shape;68;p2"/>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9" name="Google Shape;69;p2"/>
                <p:cNvGrpSpPr/>
                <p:nvPr/>
              </p:nvGrpSpPr>
              <p:grpSpPr>
                <a:xfrm>
                  <a:off x="3435299" y="4794745"/>
                  <a:ext cx="181242" cy="177466"/>
                  <a:chOff x="3435299" y="4794745"/>
                  <a:chExt cx="181242" cy="177466"/>
                </a:xfrm>
              </p:grpSpPr>
              <p:sp>
                <p:nvSpPr>
                  <p:cNvPr id="70" name="Google Shape;70;p2"/>
                  <p:cNvSpPr/>
                  <p:nvPr/>
                </p:nvSpPr>
                <p:spPr>
                  <a:xfrm>
                    <a:off x="3435299" y="4796402"/>
                    <a:ext cx="137643" cy="175810"/>
                  </a:xfrm>
                  <a:custGeom>
                    <a:rect b="b" l="l" r="r" t="t"/>
                    <a:pathLst>
                      <a:path extrusionOk="0" h="48167" w="31247">
                        <a:moveTo>
                          <a:pt x="0" y="11"/>
                        </a:moveTo>
                        <a:cubicBezTo>
                          <a:pt x="3589" y="8239"/>
                          <a:pt x="8682" y="16661"/>
                          <a:pt x="13926" y="24954"/>
                        </a:cubicBezTo>
                        <a:cubicBezTo>
                          <a:pt x="19202" y="33225"/>
                          <a:pt x="24651" y="41410"/>
                          <a:pt x="30576" y="48167"/>
                        </a:cubicBezTo>
                        <a:lnTo>
                          <a:pt x="30576" y="48167"/>
                        </a:lnTo>
                        <a:cubicBezTo>
                          <a:pt x="31517" y="43788"/>
                          <a:pt x="31484" y="38729"/>
                          <a:pt x="30381" y="33571"/>
                        </a:cubicBezTo>
                        <a:cubicBezTo>
                          <a:pt x="29300" y="28414"/>
                          <a:pt x="27149" y="23170"/>
                          <a:pt x="24164" y="18456"/>
                        </a:cubicBezTo>
                        <a:cubicBezTo>
                          <a:pt x="21170" y="13742"/>
                          <a:pt x="17342" y="9569"/>
                          <a:pt x="13136" y="6390"/>
                        </a:cubicBezTo>
                        <a:cubicBezTo>
                          <a:pt x="8931" y="3200"/>
                          <a:pt x="4368" y="1016"/>
                          <a:pt x="11" y="0"/>
                        </a:cubicBezTo>
                        <a:lnTo>
                          <a:pt x="1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2"/>
                  <p:cNvSpPr/>
                  <p:nvPr/>
                </p:nvSpPr>
                <p:spPr>
                  <a:xfrm>
                    <a:off x="3566765" y="4794745"/>
                    <a:ext cx="49776" cy="173915"/>
                  </a:xfrm>
                  <a:custGeom>
                    <a:rect b="b" l="l" r="r" t="t"/>
                    <a:pathLst>
                      <a:path extrusionOk="0" h="47648" w="11300">
                        <a:moveTo>
                          <a:pt x="1054" y="0"/>
                        </a:moveTo>
                        <a:cubicBezTo>
                          <a:pt x="1822" y="7579"/>
                          <a:pt x="1552" y="15213"/>
                          <a:pt x="925" y="23278"/>
                        </a:cubicBezTo>
                        <a:cubicBezTo>
                          <a:pt x="308" y="31301"/>
                          <a:pt x="-665" y="40102"/>
                          <a:pt x="665" y="47648"/>
                        </a:cubicBezTo>
                        <a:lnTo>
                          <a:pt x="665" y="47648"/>
                        </a:lnTo>
                        <a:cubicBezTo>
                          <a:pt x="3282" y="44891"/>
                          <a:pt x="5671" y="41496"/>
                          <a:pt x="7563" y="37506"/>
                        </a:cubicBezTo>
                        <a:cubicBezTo>
                          <a:pt x="9444" y="33528"/>
                          <a:pt x="10817" y="28922"/>
                          <a:pt x="11196" y="24078"/>
                        </a:cubicBezTo>
                        <a:cubicBezTo>
                          <a:pt x="11585" y="19213"/>
                          <a:pt x="10893" y="14174"/>
                          <a:pt x="9077" y="9839"/>
                        </a:cubicBezTo>
                        <a:cubicBezTo>
                          <a:pt x="7293" y="5493"/>
                          <a:pt x="4330" y="1935"/>
                          <a:pt x="1054" y="0"/>
                        </a:cubicBezTo>
                        <a:lnTo>
                          <a:pt x="105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grpSp>
          <p:nvGrpSpPr>
            <p:cNvPr id="72" name="Google Shape;72;p2"/>
            <p:cNvGrpSpPr/>
            <p:nvPr/>
          </p:nvGrpSpPr>
          <p:grpSpPr>
            <a:xfrm>
              <a:off x="25" y="0"/>
              <a:ext cx="9150776" cy="1135213"/>
              <a:chOff x="24" y="0"/>
              <a:chExt cx="9150776" cy="2380400"/>
            </a:xfrm>
          </p:grpSpPr>
          <p:sp>
            <p:nvSpPr>
              <p:cNvPr id="73" name="Google Shape;73;p2"/>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2"/>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2"/>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2"/>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77" name="Google Shape;77;p2"/>
          <p:cNvSpPr txBox="1"/>
          <p:nvPr>
            <p:ph type="ctrTitle"/>
          </p:nvPr>
        </p:nvSpPr>
        <p:spPr>
          <a:xfrm>
            <a:off x="713225" y="931750"/>
            <a:ext cx="4039800" cy="18132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53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78" name="Google Shape;78;p2"/>
          <p:cNvSpPr txBox="1"/>
          <p:nvPr>
            <p:ph idx="1" type="subTitle"/>
          </p:nvPr>
        </p:nvSpPr>
        <p:spPr>
          <a:xfrm>
            <a:off x="713225" y="2755300"/>
            <a:ext cx="4039800" cy="419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9" name="Shape 79"/>
        <p:cNvGrpSpPr/>
        <p:nvPr/>
      </p:nvGrpSpPr>
      <p:grpSpPr>
        <a:xfrm>
          <a:off x="0" y="0"/>
          <a:ext cx="0" cy="0"/>
          <a:chOff x="0" y="0"/>
          <a:chExt cx="0" cy="0"/>
        </a:xfrm>
      </p:grpSpPr>
      <p:grpSp>
        <p:nvGrpSpPr>
          <p:cNvPr id="80" name="Google Shape;80;p3"/>
          <p:cNvGrpSpPr/>
          <p:nvPr/>
        </p:nvGrpSpPr>
        <p:grpSpPr>
          <a:xfrm>
            <a:off x="-189810" y="0"/>
            <a:ext cx="9340611" cy="5143797"/>
            <a:chOff x="-189810" y="0"/>
            <a:chExt cx="9340611" cy="5143797"/>
          </a:xfrm>
        </p:grpSpPr>
        <p:grpSp>
          <p:nvGrpSpPr>
            <p:cNvPr id="81" name="Google Shape;81;p3"/>
            <p:cNvGrpSpPr/>
            <p:nvPr/>
          </p:nvGrpSpPr>
          <p:grpSpPr>
            <a:xfrm>
              <a:off x="-189810" y="0"/>
              <a:ext cx="9340611" cy="1135213"/>
              <a:chOff x="-189810" y="0"/>
              <a:chExt cx="9340611" cy="1135213"/>
            </a:xfrm>
          </p:grpSpPr>
          <p:grpSp>
            <p:nvGrpSpPr>
              <p:cNvPr id="82" name="Google Shape;82;p3"/>
              <p:cNvGrpSpPr/>
              <p:nvPr/>
            </p:nvGrpSpPr>
            <p:grpSpPr>
              <a:xfrm>
                <a:off x="25" y="0"/>
                <a:ext cx="9150776" cy="1135213"/>
                <a:chOff x="24" y="0"/>
                <a:chExt cx="9150776" cy="2380400"/>
              </a:xfrm>
            </p:grpSpPr>
            <p:sp>
              <p:nvSpPr>
                <p:cNvPr id="83" name="Google Shape;83;p3"/>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 name="Google Shape;84;p3"/>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 name="Google Shape;85;p3"/>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 name="Google Shape;86;p3"/>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87" name="Google Shape;87;p3"/>
              <p:cNvSpPr/>
              <p:nvPr/>
            </p:nvSpPr>
            <p:spPr>
              <a:xfrm>
                <a:off x="-189810" y="379003"/>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8" name="Google Shape;88;p3"/>
            <p:cNvGrpSpPr/>
            <p:nvPr/>
          </p:nvGrpSpPr>
          <p:grpSpPr>
            <a:xfrm>
              <a:off x="43" y="4603847"/>
              <a:ext cx="9144293" cy="539950"/>
              <a:chOff x="43" y="4603847"/>
              <a:chExt cx="9144293" cy="539950"/>
            </a:xfrm>
          </p:grpSpPr>
          <p:grpSp>
            <p:nvGrpSpPr>
              <p:cNvPr id="89" name="Google Shape;89;p3"/>
              <p:cNvGrpSpPr/>
              <p:nvPr/>
            </p:nvGrpSpPr>
            <p:grpSpPr>
              <a:xfrm>
                <a:off x="43" y="4603847"/>
                <a:ext cx="9144293" cy="539950"/>
                <a:chOff x="43" y="4603847"/>
                <a:chExt cx="9144293" cy="539950"/>
              </a:xfrm>
            </p:grpSpPr>
            <p:sp>
              <p:nvSpPr>
                <p:cNvPr id="90" name="Google Shape;90;p3"/>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 name="Google Shape;91;p3"/>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 name="Google Shape;92;p3"/>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 name="Google Shape;93;p3"/>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 name="Google Shape;94;p3"/>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 name="Google Shape;95;p3"/>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6" name="Google Shape;96;p3"/>
              <p:cNvGrpSpPr/>
              <p:nvPr/>
            </p:nvGrpSpPr>
            <p:grpSpPr>
              <a:xfrm>
                <a:off x="206231" y="4759958"/>
                <a:ext cx="339829" cy="252642"/>
                <a:chOff x="206231" y="4759958"/>
                <a:chExt cx="339829" cy="252642"/>
              </a:xfrm>
            </p:grpSpPr>
            <p:sp>
              <p:nvSpPr>
                <p:cNvPr id="97" name="Google Shape;97;p3"/>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 name="Google Shape;98;p3"/>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9" name="Google Shape;99;p3"/>
              <p:cNvGrpSpPr/>
              <p:nvPr/>
            </p:nvGrpSpPr>
            <p:grpSpPr>
              <a:xfrm>
                <a:off x="609226" y="4765719"/>
                <a:ext cx="323828" cy="223114"/>
                <a:chOff x="609226" y="4765719"/>
                <a:chExt cx="323828" cy="223114"/>
              </a:xfrm>
            </p:grpSpPr>
            <p:sp>
              <p:nvSpPr>
                <p:cNvPr id="100" name="Google Shape;100;p3"/>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 name="Google Shape;101;p3"/>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2" name="Google Shape;102;p3"/>
              <p:cNvGrpSpPr/>
              <p:nvPr/>
            </p:nvGrpSpPr>
            <p:grpSpPr>
              <a:xfrm>
                <a:off x="1292902" y="4770096"/>
                <a:ext cx="343944" cy="212303"/>
                <a:chOff x="1292902" y="4770096"/>
                <a:chExt cx="343944" cy="212303"/>
              </a:xfrm>
            </p:grpSpPr>
            <p:sp>
              <p:nvSpPr>
                <p:cNvPr id="103" name="Google Shape;103;p3"/>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3"/>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 name="Google Shape;105;p3"/>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6" name="Google Shape;106;p3"/>
              <p:cNvSpPr/>
              <p:nvPr/>
            </p:nvSpPr>
            <p:spPr>
              <a:xfrm>
                <a:off x="6586305" y="4850202"/>
                <a:ext cx="295236" cy="133623"/>
              </a:xfrm>
              <a:custGeom>
                <a:rect b="b" l="l" r="r" t="t"/>
                <a:pathLst>
                  <a:path extrusionOk="0" h="36609" w="67023">
                    <a:moveTo>
                      <a:pt x="67023" y="0"/>
                    </a:moveTo>
                    <a:cubicBezTo>
                      <a:pt x="43410" y="757"/>
                      <a:pt x="13396" y="17159"/>
                      <a:pt x="0" y="36609"/>
                    </a:cubicBezTo>
                    <a:lnTo>
                      <a:pt x="0" y="36609"/>
                    </a:lnTo>
                    <a:cubicBezTo>
                      <a:pt x="23613" y="35852"/>
                      <a:pt x="53627" y="19451"/>
                      <a:pt x="67023" y="0"/>
                    </a:cubicBezTo>
                    <a:lnTo>
                      <a:pt x="67023" y="0"/>
                    </a:lnTo>
                    <a:lnTo>
                      <a:pt x="6702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7" name="Google Shape;107;p3"/>
              <p:cNvGrpSpPr/>
              <p:nvPr/>
            </p:nvGrpSpPr>
            <p:grpSpPr>
              <a:xfrm>
                <a:off x="7075836" y="4794866"/>
                <a:ext cx="436020" cy="179560"/>
                <a:chOff x="2580036" y="4794866"/>
                <a:chExt cx="436020" cy="179560"/>
              </a:xfrm>
            </p:grpSpPr>
            <p:sp>
              <p:nvSpPr>
                <p:cNvPr id="108" name="Google Shape;108;p3"/>
                <p:cNvSpPr/>
                <p:nvPr/>
              </p:nvSpPr>
              <p:spPr>
                <a:xfrm>
                  <a:off x="2580036" y="4828113"/>
                  <a:ext cx="74356" cy="141514"/>
                </a:xfrm>
                <a:custGeom>
                  <a:rect b="b" l="l" r="r" t="t"/>
                  <a:pathLst>
                    <a:path extrusionOk="0" h="38771" w="16880">
                      <a:moveTo>
                        <a:pt x="55" y="0"/>
                      </a:moveTo>
                      <a:cubicBezTo>
                        <a:pt x="-723" y="13039"/>
                        <a:pt x="6780" y="30403"/>
                        <a:pt x="16825" y="38772"/>
                      </a:cubicBezTo>
                      <a:lnTo>
                        <a:pt x="16825" y="38772"/>
                      </a:lnTo>
                      <a:cubicBezTo>
                        <a:pt x="17603" y="25733"/>
                        <a:pt x="10100" y="8369"/>
                        <a:pt x="55" y="0"/>
                      </a:cubicBezTo>
                      <a:lnTo>
                        <a:pt x="55" y="0"/>
                      </a:lnTo>
                      <a:cubicBezTo>
                        <a:pt x="55" y="0"/>
                        <a:pt x="55" y="0"/>
                        <a:pt x="55"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 name="Google Shape;109;p3"/>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 name="Google Shape;110;p3"/>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3"/>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2" name="Google Shape;112;p3"/>
              <p:cNvGrpSpPr/>
              <p:nvPr/>
            </p:nvGrpSpPr>
            <p:grpSpPr>
              <a:xfrm>
                <a:off x="7551053" y="4744852"/>
                <a:ext cx="328964" cy="214701"/>
                <a:chOff x="3055253" y="4744852"/>
                <a:chExt cx="328964" cy="214701"/>
              </a:xfrm>
            </p:grpSpPr>
            <p:sp>
              <p:nvSpPr>
                <p:cNvPr id="113" name="Google Shape;113;p3"/>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 name="Google Shape;114;p3"/>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 name="Google Shape;115;p3"/>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6" name="Google Shape;116;p3"/>
              <p:cNvGrpSpPr/>
              <p:nvPr/>
            </p:nvGrpSpPr>
            <p:grpSpPr>
              <a:xfrm flipH="1">
                <a:off x="8441825" y="4759958"/>
                <a:ext cx="339829" cy="252642"/>
                <a:chOff x="206231" y="4759958"/>
                <a:chExt cx="339829" cy="252642"/>
              </a:xfrm>
            </p:grpSpPr>
            <p:sp>
              <p:nvSpPr>
                <p:cNvPr id="117" name="Google Shape;117;p3"/>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 name="Google Shape;118;p3"/>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9" name="Google Shape;119;p3"/>
              <p:cNvGrpSpPr/>
              <p:nvPr/>
            </p:nvGrpSpPr>
            <p:grpSpPr>
              <a:xfrm flipH="1">
                <a:off x="8054831" y="4765719"/>
                <a:ext cx="323828" cy="223114"/>
                <a:chOff x="609226" y="4765719"/>
                <a:chExt cx="323828" cy="223114"/>
              </a:xfrm>
            </p:grpSpPr>
            <p:sp>
              <p:nvSpPr>
                <p:cNvPr id="120" name="Google Shape;120;p3"/>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 name="Google Shape;121;p3"/>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122" name="Google Shape;122;p3"/>
          <p:cNvSpPr txBox="1"/>
          <p:nvPr>
            <p:ph type="title"/>
          </p:nvPr>
        </p:nvSpPr>
        <p:spPr>
          <a:xfrm>
            <a:off x="2386575" y="1124975"/>
            <a:ext cx="38574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3" name="Google Shape;123;p3"/>
          <p:cNvSpPr txBox="1"/>
          <p:nvPr>
            <p:ph hasCustomPrompt="1" idx="2" type="title"/>
          </p:nvPr>
        </p:nvSpPr>
        <p:spPr>
          <a:xfrm>
            <a:off x="842725" y="936125"/>
            <a:ext cx="1288800" cy="1219500"/>
          </a:xfrm>
          <a:prstGeom prst="rect">
            <a:avLst/>
          </a:prstGeom>
          <a:solidFill>
            <a:schemeClr val="accent1"/>
          </a:solid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124" name="Google Shape;124;p3"/>
          <p:cNvGrpSpPr/>
          <p:nvPr/>
        </p:nvGrpSpPr>
        <p:grpSpPr>
          <a:xfrm>
            <a:off x="25" y="0"/>
            <a:ext cx="9150776" cy="5143797"/>
            <a:chOff x="25" y="0"/>
            <a:chExt cx="9150776" cy="5143797"/>
          </a:xfrm>
        </p:grpSpPr>
        <p:grpSp>
          <p:nvGrpSpPr>
            <p:cNvPr id="125" name="Google Shape;125;p3"/>
            <p:cNvGrpSpPr/>
            <p:nvPr/>
          </p:nvGrpSpPr>
          <p:grpSpPr>
            <a:xfrm>
              <a:off x="25" y="0"/>
              <a:ext cx="9150776" cy="1135213"/>
              <a:chOff x="24" y="0"/>
              <a:chExt cx="9150776" cy="2380400"/>
            </a:xfrm>
          </p:grpSpPr>
          <p:sp>
            <p:nvSpPr>
              <p:cNvPr id="126" name="Google Shape;126;p3"/>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 name="Google Shape;127;p3"/>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3"/>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3"/>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30" name="Google Shape;130;p3"/>
            <p:cNvGrpSpPr/>
            <p:nvPr/>
          </p:nvGrpSpPr>
          <p:grpSpPr>
            <a:xfrm>
              <a:off x="43" y="4603847"/>
              <a:ext cx="9144293" cy="539950"/>
              <a:chOff x="43" y="4603847"/>
              <a:chExt cx="9144293" cy="539950"/>
            </a:xfrm>
          </p:grpSpPr>
          <p:grpSp>
            <p:nvGrpSpPr>
              <p:cNvPr id="131" name="Google Shape;131;p3"/>
              <p:cNvGrpSpPr/>
              <p:nvPr/>
            </p:nvGrpSpPr>
            <p:grpSpPr>
              <a:xfrm>
                <a:off x="43" y="4603847"/>
                <a:ext cx="9144293" cy="539950"/>
                <a:chOff x="43" y="4603847"/>
                <a:chExt cx="9144293" cy="539950"/>
              </a:xfrm>
            </p:grpSpPr>
            <p:sp>
              <p:nvSpPr>
                <p:cNvPr id="132" name="Google Shape;132;p3"/>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 name="Google Shape;133;p3"/>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 name="Google Shape;134;p3"/>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 name="Google Shape;135;p3"/>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 name="Google Shape;136;p3"/>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3"/>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8" name="Google Shape;138;p3"/>
              <p:cNvGrpSpPr/>
              <p:nvPr/>
            </p:nvGrpSpPr>
            <p:grpSpPr>
              <a:xfrm flipH="1">
                <a:off x="8773603" y="4759958"/>
                <a:ext cx="339829" cy="252642"/>
                <a:chOff x="206231" y="4759958"/>
                <a:chExt cx="339829" cy="252642"/>
              </a:xfrm>
            </p:grpSpPr>
            <p:sp>
              <p:nvSpPr>
                <p:cNvPr id="139" name="Google Shape;139;p3"/>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3"/>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1" name="Google Shape;141;p3"/>
              <p:cNvGrpSpPr/>
              <p:nvPr/>
            </p:nvGrpSpPr>
            <p:grpSpPr>
              <a:xfrm flipH="1">
                <a:off x="8386608" y="4765719"/>
                <a:ext cx="323828" cy="223114"/>
                <a:chOff x="609226" y="4765719"/>
                <a:chExt cx="323828" cy="223114"/>
              </a:xfrm>
            </p:grpSpPr>
            <p:sp>
              <p:nvSpPr>
                <p:cNvPr id="142" name="Google Shape;142;p3"/>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3"/>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4" name="Google Shape;144;p3"/>
              <p:cNvGrpSpPr/>
              <p:nvPr/>
            </p:nvGrpSpPr>
            <p:grpSpPr>
              <a:xfrm flipH="1">
                <a:off x="4634816" y="4770096"/>
                <a:ext cx="343944" cy="212303"/>
                <a:chOff x="1292902" y="4770096"/>
                <a:chExt cx="343944" cy="212303"/>
              </a:xfrm>
            </p:grpSpPr>
            <p:sp>
              <p:nvSpPr>
                <p:cNvPr id="145" name="Google Shape;145;p3"/>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 name="Google Shape;146;p3"/>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 name="Google Shape;147;p3"/>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8" name="Google Shape;148;p3"/>
              <p:cNvGrpSpPr/>
              <p:nvPr/>
            </p:nvGrpSpPr>
            <p:grpSpPr>
              <a:xfrm flipH="1">
                <a:off x="741006" y="4794866"/>
                <a:ext cx="363460" cy="179560"/>
                <a:chOff x="2652596" y="4794866"/>
                <a:chExt cx="363460" cy="179560"/>
              </a:xfrm>
            </p:grpSpPr>
            <p:sp>
              <p:nvSpPr>
                <p:cNvPr id="149" name="Google Shape;149;p3"/>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 name="Google Shape;150;p3"/>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 name="Google Shape;151;p3"/>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2" name="Google Shape;152;p3"/>
              <p:cNvGrpSpPr/>
              <p:nvPr/>
            </p:nvGrpSpPr>
            <p:grpSpPr>
              <a:xfrm flipH="1">
                <a:off x="372846" y="4744852"/>
                <a:ext cx="328964" cy="214701"/>
                <a:chOff x="3055253" y="4744852"/>
                <a:chExt cx="328964" cy="214701"/>
              </a:xfrm>
            </p:grpSpPr>
            <p:sp>
              <p:nvSpPr>
                <p:cNvPr id="153" name="Google Shape;153;p3"/>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3"/>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3"/>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6" name="Google Shape;156;p3"/>
              <p:cNvGrpSpPr/>
              <p:nvPr/>
            </p:nvGrpSpPr>
            <p:grpSpPr>
              <a:xfrm flipH="1">
                <a:off x="140521" y="4794745"/>
                <a:ext cx="181242" cy="177466"/>
                <a:chOff x="3435299" y="4794745"/>
                <a:chExt cx="181242" cy="177466"/>
              </a:xfrm>
            </p:grpSpPr>
            <p:sp>
              <p:nvSpPr>
                <p:cNvPr id="157" name="Google Shape;157;p3"/>
                <p:cNvSpPr/>
                <p:nvPr/>
              </p:nvSpPr>
              <p:spPr>
                <a:xfrm>
                  <a:off x="3435299" y="4796402"/>
                  <a:ext cx="137643" cy="175810"/>
                </a:xfrm>
                <a:custGeom>
                  <a:rect b="b" l="l" r="r" t="t"/>
                  <a:pathLst>
                    <a:path extrusionOk="0" h="48167" w="31247">
                      <a:moveTo>
                        <a:pt x="0" y="11"/>
                      </a:moveTo>
                      <a:cubicBezTo>
                        <a:pt x="3589" y="8239"/>
                        <a:pt x="8682" y="16661"/>
                        <a:pt x="13926" y="24954"/>
                      </a:cubicBezTo>
                      <a:cubicBezTo>
                        <a:pt x="19202" y="33225"/>
                        <a:pt x="24651" y="41410"/>
                        <a:pt x="30576" y="48167"/>
                      </a:cubicBezTo>
                      <a:lnTo>
                        <a:pt x="30576" y="48167"/>
                      </a:lnTo>
                      <a:cubicBezTo>
                        <a:pt x="31517" y="43788"/>
                        <a:pt x="31484" y="38729"/>
                        <a:pt x="30381" y="33571"/>
                      </a:cubicBezTo>
                      <a:cubicBezTo>
                        <a:pt x="29300" y="28414"/>
                        <a:pt x="27149" y="23170"/>
                        <a:pt x="24164" y="18456"/>
                      </a:cubicBezTo>
                      <a:cubicBezTo>
                        <a:pt x="21170" y="13742"/>
                        <a:pt x="17342" y="9569"/>
                        <a:pt x="13136" y="6390"/>
                      </a:cubicBezTo>
                      <a:cubicBezTo>
                        <a:pt x="8931" y="3200"/>
                        <a:pt x="4368" y="1016"/>
                        <a:pt x="11" y="0"/>
                      </a:cubicBezTo>
                      <a:lnTo>
                        <a:pt x="1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3"/>
                <p:cNvSpPr/>
                <p:nvPr/>
              </p:nvSpPr>
              <p:spPr>
                <a:xfrm>
                  <a:off x="3566765" y="4794745"/>
                  <a:ext cx="49776" cy="173915"/>
                </a:xfrm>
                <a:custGeom>
                  <a:rect b="b" l="l" r="r" t="t"/>
                  <a:pathLst>
                    <a:path extrusionOk="0" h="47648" w="11300">
                      <a:moveTo>
                        <a:pt x="1054" y="0"/>
                      </a:moveTo>
                      <a:cubicBezTo>
                        <a:pt x="1822" y="7579"/>
                        <a:pt x="1552" y="15213"/>
                        <a:pt x="925" y="23278"/>
                      </a:cubicBezTo>
                      <a:cubicBezTo>
                        <a:pt x="308" y="31301"/>
                        <a:pt x="-665" y="40102"/>
                        <a:pt x="665" y="47648"/>
                      </a:cubicBezTo>
                      <a:lnTo>
                        <a:pt x="665" y="47648"/>
                      </a:lnTo>
                      <a:cubicBezTo>
                        <a:pt x="3282" y="44891"/>
                        <a:pt x="5671" y="41496"/>
                        <a:pt x="7563" y="37506"/>
                      </a:cubicBezTo>
                      <a:cubicBezTo>
                        <a:pt x="9444" y="33528"/>
                        <a:pt x="10817" y="28922"/>
                        <a:pt x="11196" y="24078"/>
                      </a:cubicBezTo>
                      <a:cubicBezTo>
                        <a:pt x="11585" y="19213"/>
                        <a:pt x="10893" y="14174"/>
                        <a:pt x="9077" y="9839"/>
                      </a:cubicBezTo>
                      <a:cubicBezTo>
                        <a:pt x="7293" y="5493"/>
                        <a:pt x="4330" y="1935"/>
                        <a:pt x="1054" y="0"/>
                      </a:cubicBezTo>
                      <a:lnTo>
                        <a:pt x="105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9" name="Google Shape;159;p3"/>
              <p:cNvGrpSpPr/>
              <p:nvPr/>
            </p:nvGrpSpPr>
            <p:grpSpPr>
              <a:xfrm flipH="1">
                <a:off x="4259046" y="4744852"/>
                <a:ext cx="328964" cy="214701"/>
                <a:chOff x="3055253" y="4744852"/>
                <a:chExt cx="328964" cy="214701"/>
              </a:xfrm>
            </p:grpSpPr>
            <p:sp>
              <p:nvSpPr>
                <p:cNvPr id="160" name="Google Shape;160;p3"/>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3"/>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3"/>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3" name="Shape 163"/>
        <p:cNvGrpSpPr/>
        <p:nvPr/>
      </p:nvGrpSpPr>
      <p:grpSpPr>
        <a:xfrm>
          <a:off x="0" y="0"/>
          <a:ext cx="0" cy="0"/>
          <a:chOff x="0" y="0"/>
          <a:chExt cx="0" cy="0"/>
        </a:xfrm>
      </p:grpSpPr>
      <p:grpSp>
        <p:nvGrpSpPr>
          <p:cNvPr id="164" name="Google Shape;164;p4"/>
          <p:cNvGrpSpPr/>
          <p:nvPr/>
        </p:nvGrpSpPr>
        <p:grpSpPr>
          <a:xfrm>
            <a:off x="-441019" y="0"/>
            <a:ext cx="9973680" cy="5143797"/>
            <a:chOff x="-441019" y="0"/>
            <a:chExt cx="9973680" cy="5143797"/>
          </a:xfrm>
        </p:grpSpPr>
        <p:grpSp>
          <p:nvGrpSpPr>
            <p:cNvPr id="165" name="Google Shape;165;p4"/>
            <p:cNvGrpSpPr/>
            <p:nvPr/>
          </p:nvGrpSpPr>
          <p:grpSpPr>
            <a:xfrm>
              <a:off x="43" y="4603847"/>
              <a:ext cx="9144293" cy="539950"/>
              <a:chOff x="43" y="4603847"/>
              <a:chExt cx="9144293" cy="539950"/>
            </a:xfrm>
          </p:grpSpPr>
          <p:sp>
            <p:nvSpPr>
              <p:cNvPr id="166" name="Google Shape;166;p4"/>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 name="Google Shape;167;p4"/>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 name="Google Shape;168;p4"/>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4"/>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4"/>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4"/>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72" name="Google Shape;172;p4"/>
              <p:cNvGrpSpPr/>
              <p:nvPr/>
            </p:nvGrpSpPr>
            <p:grpSpPr>
              <a:xfrm>
                <a:off x="206231" y="4759958"/>
                <a:ext cx="339829" cy="252642"/>
                <a:chOff x="206231" y="4759958"/>
                <a:chExt cx="339829" cy="252642"/>
              </a:xfrm>
            </p:grpSpPr>
            <p:sp>
              <p:nvSpPr>
                <p:cNvPr id="173" name="Google Shape;173;p4"/>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4"/>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5" name="Google Shape;175;p4"/>
              <p:cNvGrpSpPr/>
              <p:nvPr/>
            </p:nvGrpSpPr>
            <p:grpSpPr>
              <a:xfrm>
                <a:off x="609226" y="4765719"/>
                <a:ext cx="323828" cy="223114"/>
                <a:chOff x="609226" y="4765719"/>
                <a:chExt cx="323828" cy="223114"/>
              </a:xfrm>
            </p:grpSpPr>
            <p:sp>
              <p:nvSpPr>
                <p:cNvPr id="176" name="Google Shape;176;p4"/>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4"/>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8" name="Google Shape;178;p4"/>
              <p:cNvGrpSpPr/>
              <p:nvPr/>
            </p:nvGrpSpPr>
            <p:grpSpPr>
              <a:xfrm>
                <a:off x="1292902" y="4770096"/>
                <a:ext cx="343944" cy="212303"/>
                <a:chOff x="1292902" y="4770096"/>
                <a:chExt cx="343944" cy="212303"/>
              </a:xfrm>
            </p:grpSpPr>
            <p:sp>
              <p:nvSpPr>
                <p:cNvPr id="179" name="Google Shape;179;p4"/>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 name="Google Shape;180;p4"/>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 name="Google Shape;181;p4"/>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2" name="Google Shape;182;p4"/>
              <p:cNvGrpSpPr/>
              <p:nvPr/>
            </p:nvGrpSpPr>
            <p:grpSpPr>
              <a:xfrm>
                <a:off x="7907471" y="4759958"/>
                <a:ext cx="339829" cy="252642"/>
                <a:chOff x="7907471" y="4759958"/>
                <a:chExt cx="339829" cy="252642"/>
              </a:xfrm>
            </p:grpSpPr>
            <p:sp>
              <p:nvSpPr>
                <p:cNvPr id="183" name="Google Shape;183;p4"/>
                <p:cNvSpPr/>
                <p:nvPr/>
              </p:nvSpPr>
              <p:spPr>
                <a:xfrm>
                  <a:off x="7980286" y="4766784"/>
                  <a:ext cx="267013" cy="245817"/>
                </a:xfrm>
                <a:custGeom>
                  <a:rect b="b" l="l" r="r" t="t"/>
                  <a:pathLst>
                    <a:path extrusionOk="0" h="67347" w="60616">
                      <a:moveTo>
                        <a:pt x="60606" y="0"/>
                      </a:moveTo>
                      <a:cubicBezTo>
                        <a:pt x="53546" y="638"/>
                        <a:pt x="45923" y="3005"/>
                        <a:pt x="38604" y="6973"/>
                      </a:cubicBezTo>
                      <a:cubicBezTo>
                        <a:pt x="31284" y="10920"/>
                        <a:pt x="24289" y="16434"/>
                        <a:pt x="18407" y="22975"/>
                      </a:cubicBezTo>
                      <a:cubicBezTo>
                        <a:pt x="12525"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 name="Google Shape;184;p4"/>
                <p:cNvSpPr/>
                <p:nvPr/>
              </p:nvSpPr>
              <p:spPr>
                <a:xfrm>
                  <a:off x="7907471" y="4759958"/>
                  <a:ext cx="124824" cy="239977"/>
                </a:xfrm>
                <a:custGeom>
                  <a:rect b="b" l="l" r="r" t="t"/>
                  <a:pathLst>
                    <a:path extrusionOk="0" h="65747" w="28337">
                      <a:moveTo>
                        <a:pt x="0" y="11"/>
                      </a:moveTo>
                      <a:cubicBezTo>
                        <a:pt x="1633" y="10952"/>
                        <a:pt x="5482" y="22683"/>
                        <a:pt x="9990" y="34101"/>
                      </a:cubicBezTo>
                      <a:cubicBezTo>
                        <a:pt x="14553" y="45507"/>
                        <a:pt x="19808"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5" name="Google Shape;185;p4"/>
              <p:cNvGrpSpPr/>
              <p:nvPr/>
            </p:nvGrpSpPr>
            <p:grpSpPr>
              <a:xfrm>
                <a:off x="8310466" y="4765719"/>
                <a:ext cx="323832" cy="223114"/>
                <a:chOff x="8310466" y="4765719"/>
                <a:chExt cx="323832" cy="223114"/>
              </a:xfrm>
            </p:grpSpPr>
            <p:sp>
              <p:nvSpPr>
                <p:cNvPr id="186" name="Google Shape;186;p4"/>
                <p:cNvSpPr/>
                <p:nvPr/>
              </p:nvSpPr>
              <p:spPr>
                <a:xfrm>
                  <a:off x="8310466" y="4765719"/>
                  <a:ext cx="146206" cy="203907"/>
                </a:xfrm>
                <a:custGeom>
                  <a:rect b="b" l="l" r="r" t="t"/>
                  <a:pathLst>
                    <a:path extrusionOk="0" h="55865" w="33191">
                      <a:moveTo>
                        <a:pt x="33191" y="11"/>
                      </a:moveTo>
                      <a:cubicBezTo>
                        <a:pt x="28413" y="1654"/>
                        <a:pt x="23526" y="4184"/>
                        <a:pt x="18866" y="7720"/>
                      </a:cubicBezTo>
                      <a:cubicBezTo>
                        <a:pt x="14217" y="11244"/>
                        <a:pt x="9784" y="15829"/>
                        <a:pt x="6356" y="21310"/>
                      </a:cubicBezTo>
                      <a:cubicBezTo>
                        <a:pt x="2929" y="26803"/>
                        <a:pt x="658" y="33160"/>
                        <a:pt x="128" y="39377"/>
                      </a:cubicBezTo>
                      <a:cubicBezTo>
                        <a:pt x="-434" y="45594"/>
                        <a:pt x="875" y="51584"/>
                        <a:pt x="3556" y="55865"/>
                      </a:cubicBezTo>
                      <a:lnTo>
                        <a:pt x="3556" y="55865"/>
                      </a:lnTo>
                      <a:cubicBezTo>
                        <a:pt x="7286" y="46470"/>
                        <a:pt x="12281" y="37658"/>
                        <a:pt x="17958" y="28543"/>
                      </a:cubicBezTo>
                      <a:cubicBezTo>
                        <a:pt x="20801" y="23981"/>
                        <a:pt x="23807" y="19310"/>
                        <a:pt x="26532"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4"/>
                <p:cNvSpPr/>
                <p:nvPr/>
              </p:nvSpPr>
              <p:spPr>
                <a:xfrm>
                  <a:off x="8366831"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2" y="40876"/>
                        <a:pt x="97" y="47958"/>
                        <a:pt x="0" y="54380"/>
                      </a:cubicBezTo>
                      <a:lnTo>
                        <a:pt x="0" y="54380"/>
                      </a:lnTo>
                      <a:cubicBezTo>
                        <a:pt x="10466" y="46855"/>
                        <a:pt x="20856" y="37557"/>
                        <a:pt x="31268" y="28302"/>
                      </a:cubicBezTo>
                      <a:cubicBezTo>
                        <a:pt x="41636"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8" name="Google Shape;188;p4"/>
              <p:cNvGrpSpPr/>
              <p:nvPr/>
            </p:nvGrpSpPr>
            <p:grpSpPr>
              <a:xfrm>
                <a:off x="8769488" y="4770096"/>
                <a:ext cx="343944" cy="212303"/>
                <a:chOff x="8769488" y="4770096"/>
                <a:chExt cx="343944" cy="212303"/>
              </a:xfrm>
            </p:grpSpPr>
            <p:sp>
              <p:nvSpPr>
                <p:cNvPr id="189" name="Google Shape;189;p4"/>
                <p:cNvSpPr/>
                <p:nvPr/>
              </p:nvSpPr>
              <p:spPr>
                <a:xfrm>
                  <a:off x="8769488"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 name="Google Shape;190;p4"/>
                <p:cNvSpPr/>
                <p:nvPr/>
              </p:nvSpPr>
              <p:spPr>
                <a:xfrm>
                  <a:off x="8895286" y="4798061"/>
                  <a:ext cx="48385" cy="165666"/>
                </a:xfrm>
                <a:custGeom>
                  <a:rect b="b" l="l" r="r" t="t"/>
                  <a:pathLst>
                    <a:path extrusionOk="0" h="45388" w="10984">
                      <a:moveTo>
                        <a:pt x="4546" y="0"/>
                      </a:moveTo>
                      <a:cubicBezTo>
                        <a:pt x="2827" y="6984"/>
                        <a:pt x="1919" y="14780"/>
                        <a:pt x="1141" y="22575"/>
                      </a:cubicBezTo>
                      <a:cubicBezTo>
                        <a:pt x="395" y="30371"/>
                        <a:pt x="-244" y="38198"/>
                        <a:pt x="92" y="45388"/>
                      </a:cubicBezTo>
                      <a:lnTo>
                        <a:pt x="92" y="45388"/>
                      </a:lnTo>
                      <a:cubicBezTo>
                        <a:pt x="5681" y="40901"/>
                        <a:pt x="9963" y="32479"/>
                        <a:pt x="10796" y="23526"/>
                      </a:cubicBezTo>
                      <a:cubicBezTo>
                        <a:pt x="11726"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 name="Google Shape;191;p4"/>
                <p:cNvSpPr/>
                <p:nvPr/>
              </p:nvSpPr>
              <p:spPr>
                <a:xfrm>
                  <a:off x="8914969" y="4787570"/>
                  <a:ext cx="198463" cy="194830"/>
                </a:xfrm>
                <a:custGeom>
                  <a:rect b="b" l="l" r="r" t="t"/>
                  <a:pathLst>
                    <a:path extrusionOk="0" h="53378" w="45054">
                      <a:moveTo>
                        <a:pt x="45054" y="0"/>
                      </a:moveTo>
                      <a:cubicBezTo>
                        <a:pt x="39583" y="346"/>
                        <a:pt x="33605"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2" name="Google Shape;192;p4"/>
              <p:cNvGrpSpPr/>
              <p:nvPr/>
            </p:nvGrpSpPr>
            <p:grpSpPr>
              <a:xfrm>
                <a:off x="6783301" y="4806225"/>
                <a:ext cx="237616" cy="159509"/>
                <a:chOff x="4344901" y="4806225"/>
                <a:chExt cx="237616" cy="159509"/>
              </a:xfrm>
            </p:grpSpPr>
            <p:sp>
              <p:nvSpPr>
                <p:cNvPr id="193" name="Google Shape;193;p4"/>
                <p:cNvSpPr/>
                <p:nvPr/>
              </p:nvSpPr>
              <p:spPr>
                <a:xfrm>
                  <a:off x="4344901" y="4806225"/>
                  <a:ext cx="125419" cy="159509"/>
                </a:xfrm>
                <a:custGeom>
                  <a:rect b="b" l="l" r="r" t="t"/>
                  <a:pathLst>
                    <a:path extrusionOk="0" h="43701" w="28472">
                      <a:moveTo>
                        <a:pt x="28472" y="0"/>
                      </a:moveTo>
                      <a:cubicBezTo>
                        <a:pt x="20688" y="2292"/>
                        <a:pt x="12535" y="8768"/>
                        <a:pt x="7151" y="17191"/>
                      </a:cubicBezTo>
                      <a:cubicBezTo>
                        <a:pt x="1691" y="25570"/>
                        <a:pt x="-850" y="35658"/>
                        <a:pt x="253" y="43702"/>
                      </a:cubicBezTo>
                      <a:lnTo>
                        <a:pt x="253" y="43702"/>
                      </a:lnTo>
                      <a:cubicBezTo>
                        <a:pt x="6092" y="38037"/>
                        <a:pt x="11465" y="30727"/>
                        <a:pt x="16374" y="23159"/>
                      </a:cubicBezTo>
                      <a:cubicBezTo>
                        <a:pt x="21250" y="15569"/>
                        <a:pt x="25715" y="7665"/>
                        <a:pt x="28472" y="11"/>
                      </a:cubicBezTo>
                      <a:lnTo>
                        <a:pt x="28472" y="11"/>
                      </a:lnTo>
                      <a:cubicBezTo>
                        <a:pt x="28472" y="11"/>
                        <a:pt x="28472" y="11"/>
                        <a:pt x="28472" y="1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 name="Google Shape;194;p4"/>
                <p:cNvSpPr/>
                <p:nvPr/>
              </p:nvSpPr>
              <p:spPr>
                <a:xfrm>
                  <a:off x="4372914" y="4811471"/>
                  <a:ext cx="209603" cy="144277"/>
                </a:xfrm>
                <a:custGeom>
                  <a:rect b="b" l="l" r="r" t="t"/>
                  <a:pathLst>
                    <a:path extrusionOk="0" h="39528" w="47583">
                      <a:moveTo>
                        <a:pt x="47583" y="0"/>
                      </a:moveTo>
                      <a:cubicBezTo>
                        <a:pt x="37950" y="87"/>
                        <a:pt x="26576" y="4649"/>
                        <a:pt x="17526" y="12217"/>
                      </a:cubicBezTo>
                      <a:cubicBezTo>
                        <a:pt x="8423" y="19732"/>
                        <a:pt x="1849" y="30079"/>
                        <a:pt x="0" y="39528"/>
                      </a:cubicBezTo>
                      <a:lnTo>
                        <a:pt x="0" y="39528"/>
                      </a:lnTo>
                      <a:cubicBezTo>
                        <a:pt x="8736" y="35420"/>
                        <a:pt x="17559" y="29116"/>
                        <a:pt x="25851" y="22251"/>
                      </a:cubicBezTo>
                      <a:cubicBezTo>
                        <a:pt x="34122" y="15353"/>
                        <a:pt x="41929" y="7828"/>
                        <a:pt x="47572" y="0"/>
                      </a:cubicBezTo>
                      <a:lnTo>
                        <a:pt x="47572"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5" name="Google Shape;195;p4"/>
              <p:cNvGrpSpPr/>
              <p:nvPr/>
            </p:nvGrpSpPr>
            <p:grpSpPr>
              <a:xfrm>
                <a:off x="7065959" y="4826661"/>
                <a:ext cx="393158" cy="170393"/>
                <a:chOff x="4627559" y="4826661"/>
                <a:chExt cx="393158" cy="170393"/>
              </a:xfrm>
            </p:grpSpPr>
            <p:sp>
              <p:nvSpPr>
                <p:cNvPr id="196" name="Google Shape;196;p4"/>
                <p:cNvSpPr/>
                <p:nvPr/>
              </p:nvSpPr>
              <p:spPr>
                <a:xfrm>
                  <a:off x="4627559" y="4829178"/>
                  <a:ext cx="132494" cy="160418"/>
                </a:xfrm>
                <a:custGeom>
                  <a:rect b="b" l="l" r="r" t="t"/>
                  <a:pathLst>
                    <a:path extrusionOk="0" h="43950" w="30078">
                      <a:moveTo>
                        <a:pt x="0" y="0"/>
                      </a:moveTo>
                      <a:cubicBezTo>
                        <a:pt x="3438" y="7590"/>
                        <a:pt x="8347" y="15331"/>
                        <a:pt x="13439" y="22921"/>
                      </a:cubicBezTo>
                      <a:cubicBezTo>
                        <a:pt x="18564" y="30479"/>
                        <a:pt x="23916" y="37918"/>
                        <a:pt x="29679" y="43950"/>
                      </a:cubicBezTo>
                      <a:lnTo>
                        <a:pt x="29679" y="43950"/>
                      </a:lnTo>
                      <a:cubicBezTo>
                        <a:pt x="30381" y="39853"/>
                        <a:pt x="30165" y="35171"/>
                        <a:pt x="28976" y="30435"/>
                      </a:cubicBezTo>
                      <a:cubicBezTo>
                        <a:pt x="27797" y="25700"/>
                        <a:pt x="25667" y="20911"/>
                        <a:pt x="22770" y="16629"/>
                      </a:cubicBezTo>
                      <a:cubicBezTo>
                        <a:pt x="19872" y="12347"/>
                        <a:pt x="16240" y="8574"/>
                        <a:pt x="12282" y="5720"/>
                      </a:cubicBezTo>
                      <a:cubicBezTo>
                        <a:pt x="8325" y="2854"/>
                        <a:pt x="4065" y="897"/>
                        <a:pt x="0" y="11"/>
                      </a:cubicBezTo>
                      <a:lnTo>
                        <a:pt x="0" y="11"/>
                      </a:ln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4"/>
                <p:cNvSpPr/>
                <p:nvPr/>
              </p:nvSpPr>
              <p:spPr>
                <a:xfrm>
                  <a:off x="4744022" y="4826661"/>
                  <a:ext cx="234544" cy="170393"/>
                </a:xfrm>
                <a:custGeom>
                  <a:rect b="b" l="l" r="r" t="t"/>
                  <a:pathLst>
                    <a:path extrusionOk="0" h="46683" w="53245">
                      <a:moveTo>
                        <a:pt x="53245" y="766"/>
                      </a:moveTo>
                      <a:cubicBezTo>
                        <a:pt x="47764" y="-467"/>
                        <a:pt x="41266" y="-240"/>
                        <a:pt x="34757" y="1652"/>
                      </a:cubicBezTo>
                      <a:cubicBezTo>
                        <a:pt x="28248" y="3512"/>
                        <a:pt x="21772" y="7026"/>
                        <a:pt x="16312" y="11740"/>
                      </a:cubicBezTo>
                      <a:cubicBezTo>
                        <a:pt x="10852" y="16454"/>
                        <a:pt x="6441" y="22357"/>
                        <a:pt x="3651" y="28520"/>
                      </a:cubicBezTo>
                      <a:cubicBezTo>
                        <a:pt x="840" y="34683"/>
                        <a:pt x="-339" y="41084"/>
                        <a:pt x="83" y="46684"/>
                      </a:cubicBezTo>
                      <a:lnTo>
                        <a:pt x="83" y="46684"/>
                      </a:lnTo>
                      <a:cubicBezTo>
                        <a:pt x="83" y="46684"/>
                        <a:pt x="83" y="46684"/>
                        <a:pt x="83" y="46684"/>
                      </a:cubicBezTo>
                      <a:cubicBezTo>
                        <a:pt x="8614" y="39289"/>
                        <a:pt x="17220" y="31050"/>
                        <a:pt x="26270" y="23265"/>
                      </a:cubicBezTo>
                      <a:cubicBezTo>
                        <a:pt x="35287" y="15448"/>
                        <a:pt x="44693" y="8128"/>
                        <a:pt x="53245" y="777"/>
                      </a:cubicBezTo>
                      <a:lnTo>
                        <a:pt x="53245" y="777"/>
                      </a:lnTo>
                      <a:lnTo>
                        <a:pt x="53245" y="777"/>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 name="Google Shape;198;p4"/>
                <p:cNvSpPr/>
                <p:nvPr/>
              </p:nvSpPr>
              <p:spPr>
                <a:xfrm>
                  <a:off x="4737818" y="4867081"/>
                  <a:ext cx="282898" cy="118468"/>
                </a:xfrm>
                <a:custGeom>
                  <a:rect b="b" l="l" r="r" t="t"/>
                  <a:pathLst>
                    <a:path extrusionOk="0" h="32457" w="64222">
                      <a:moveTo>
                        <a:pt x="64223" y="1449"/>
                      </a:moveTo>
                      <a:cubicBezTo>
                        <a:pt x="58849" y="-10"/>
                        <a:pt x="52632" y="-389"/>
                        <a:pt x="46178" y="411"/>
                      </a:cubicBezTo>
                      <a:cubicBezTo>
                        <a:pt x="39734" y="1201"/>
                        <a:pt x="33085" y="3179"/>
                        <a:pt x="26900" y="6163"/>
                      </a:cubicBezTo>
                      <a:cubicBezTo>
                        <a:pt x="20726" y="9148"/>
                        <a:pt x="15040" y="13126"/>
                        <a:pt x="10412" y="17689"/>
                      </a:cubicBezTo>
                      <a:cubicBezTo>
                        <a:pt x="5774" y="22241"/>
                        <a:pt x="2195" y="27355"/>
                        <a:pt x="0" y="32458"/>
                      </a:cubicBezTo>
                      <a:lnTo>
                        <a:pt x="0" y="32458"/>
                      </a:lnTo>
                      <a:cubicBezTo>
                        <a:pt x="10855" y="29874"/>
                        <a:pt x="22316" y="25084"/>
                        <a:pt x="33452" y="19743"/>
                      </a:cubicBezTo>
                      <a:cubicBezTo>
                        <a:pt x="44567" y="14348"/>
                        <a:pt x="55444" y="8358"/>
                        <a:pt x="64212" y="1460"/>
                      </a:cubicBezTo>
                      <a:lnTo>
                        <a:pt x="64212" y="146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99" name="Google Shape;199;p4"/>
              <p:cNvSpPr/>
              <p:nvPr/>
            </p:nvSpPr>
            <p:spPr>
              <a:xfrm>
                <a:off x="2090505" y="4850202"/>
                <a:ext cx="295236" cy="133623"/>
              </a:xfrm>
              <a:custGeom>
                <a:rect b="b" l="l" r="r" t="t"/>
                <a:pathLst>
                  <a:path extrusionOk="0" h="36609" w="67023">
                    <a:moveTo>
                      <a:pt x="67023" y="0"/>
                    </a:moveTo>
                    <a:cubicBezTo>
                      <a:pt x="43410" y="757"/>
                      <a:pt x="13396" y="17159"/>
                      <a:pt x="0" y="36609"/>
                    </a:cubicBezTo>
                    <a:lnTo>
                      <a:pt x="0" y="36609"/>
                    </a:lnTo>
                    <a:cubicBezTo>
                      <a:pt x="23613" y="35852"/>
                      <a:pt x="53627" y="19451"/>
                      <a:pt x="67023" y="0"/>
                    </a:cubicBezTo>
                    <a:lnTo>
                      <a:pt x="67023" y="0"/>
                    </a:lnTo>
                    <a:lnTo>
                      <a:pt x="6702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00" name="Google Shape;200;p4"/>
              <p:cNvGrpSpPr/>
              <p:nvPr/>
            </p:nvGrpSpPr>
            <p:grpSpPr>
              <a:xfrm>
                <a:off x="2580036" y="4794866"/>
                <a:ext cx="436020" cy="179560"/>
                <a:chOff x="2580036" y="4794866"/>
                <a:chExt cx="436020" cy="179560"/>
              </a:xfrm>
            </p:grpSpPr>
            <p:sp>
              <p:nvSpPr>
                <p:cNvPr id="201" name="Google Shape;201;p4"/>
                <p:cNvSpPr/>
                <p:nvPr/>
              </p:nvSpPr>
              <p:spPr>
                <a:xfrm>
                  <a:off x="2580036" y="4828113"/>
                  <a:ext cx="74356" cy="141514"/>
                </a:xfrm>
                <a:custGeom>
                  <a:rect b="b" l="l" r="r" t="t"/>
                  <a:pathLst>
                    <a:path extrusionOk="0" h="38771" w="16880">
                      <a:moveTo>
                        <a:pt x="55" y="0"/>
                      </a:moveTo>
                      <a:cubicBezTo>
                        <a:pt x="-723" y="13039"/>
                        <a:pt x="6780" y="30403"/>
                        <a:pt x="16825" y="38772"/>
                      </a:cubicBezTo>
                      <a:lnTo>
                        <a:pt x="16825" y="38772"/>
                      </a:lnTo>
                      <a:cubicBezTo>
                        <a:pt x="17603" y="25733"/>
                        <a:pt x="10100" y="8369"/>
                        <a:pt x="55" y="0"/>
                      </a:cubicBezTo>
                      <a:lnTo>
                        <a:pt x="55" y="0"/>
                      </a:lnTo>
                      <a:cubicBezTo>
                        <a:pt x="55" y="0"/>
                        <a:pt x="55" y="0"/>
                        <a:pt x="55"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2" name="Google Shape;202;p4"/>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 name="Google Shape;203;p4"/>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4"/>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05" name="Google Shape;205;p4"/>
              <p:cNvGrpSpPr/>
              <p:nvPr/>
            </p:nvGrpSpPr>
            <p:grpSpPr>
              <a:xfrm>
                <a:off x="3055253" y="4744852"/>
                <a:ext cx="328964" cy="214701"/>
                <a:chOff x="3055253" y="4744852"/>
                <a:chExt cx="328964" cy="214701"/>
              </a:xfrm>
            </p:grpSpPr>
            <p:sp>
              <p:nvSpPr>
                <p:cNvPr id="206" name="Google Shape;206;p4"/>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4"/>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4"/>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09" name="Google Shape;209;p4"/>
              <p:cNvGrpSpPr/>
              <p:nvPr/>
            </p:nvGrpSpPr>
            <p:grpSpPr>
              <a:xfrm>
                <a:off x="3435299" y="4794745"/>
                <a:ext cx="181242" cy="177466"/>
                <a:chOff x="3435299" y="4794745"/>
                <a:chExt cx="181242" cy="177466"/>
              </a:xfrm>
            </p:grpSpPr>
            <p:sp>
              <p:nvSpPr>
                <p:cNvPr id="210" name="Google Shape;210;p4"/>
                <p:cNvSpPr/>
                <p:nvPr/>
              </p:nvSpPr>
              <p:spPr>
                <a:xfrm>
                  <a:off x="3435299" y="4796402"/>
                  <a:ext cx="137643" cy="175810"/>
                </a:xfrm>
                <a:custGeom>
                  <a:rect b="b" l="l" r="r" t="t"/>
                  <a:pathLst>
                    <a:path extrusionOk="0" h="48167" w="31247">
                      <a:moveTo>
                        <a:pt x="0" y="11"/>
                      </a:moveTo>
                      <a:cubicBezTo>
                        <a:pt x="3589" y="8239"/>
                        <a:pt x="8682" y="16661"/>
                        <a:pt x="13926" y="24954"/>
                      </a:cubicBezTo>
                      <a:cubicBezTo>
                        <a:pt x="19202" y="33225"/>
                        <a:pt x="24651" y="41410"/>
                        <a:pt x="30576" y="48167"/>
                      </a:cubicBezTo>
                      <a:lnTo>
                        <a:pt x="30576" y="48167"/>
                      </a:lnTo>
                      <a:cubicBezTo>
                        <a:pt x="31517" y="43788"/>
                        <a:pt x="31484" y="38729"/>
                        <a:pt x="30381" y="33571"/>
                      </a:cubicBezTo>
                      <a:cubicBezTo>
                        <a:pt x="29300" y="28414"/>
                        <a:pt x="27149" y="23170"/>
                        <a:pt x="24164" y="18456"/>
                      </a:cubicBezTo>
                      <a:cubicBezTo>
                        <a:pt x="21170" y="13742"/>
                        <a:pt x="17342" y="9569"/>
                        <a:pt x="13136" y="6390"/>
                      </a:cubicBezTo>
                      <a:cubicBezTo>
                        <a:pt x="8931" y="3200"/>
                        <a:pt x="4368" y="1016"/>
                        <a:pt x="11" y="0"/>
                      </a:cubicBezTo>
                      <a:lnTo>
                        <a:pt x="1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4"/>
                <p:cNvSpPr/>
                <p:nvPr/>
              </p:nvSpPr>
              <p:spPr>
                <a:xfrm>
                  <a:off x="3566765" y="4794745"/>
                  <a:ext cx="49776" cy="173915"/>
                </a:xfrm>
                <a:custGeom>
                  <a:rect b="b" l="l" r="r" t="t"/>
                  <a:pathLst>
                    <a:path extrusionOk="0" h="47648" w="11300">
                      <a:moveTo>
                        <a:pt x="1054" y="0"/>
                      </a:moveTo>
                      <a:cubicBezTo>
                        <a:pt x="1822" y="7579"/>
                        <a:pt x="1552" y="15213"/>
                        <a:pt x="925" y="23278"/>
                      </a:cubicBezTo>
                      <a:cubicBezTo>
                        <a:pt x="308" y="31301"/>
                        <a:pt x="-665" y="40102"/>
                        <a:pt x="665" y="47648"/>
                      </a:cubicBezTo>
                      <a:lnTo>
                        <a:pt x="665" y="47648"/>
                      </a:lnTo>
                      <a:cubicBezTo>
                        <a:pt x="3282" y="44891"/>
                        <a:pt x="5671" y="41496"/>
                        <a:pt x="7563" y="37506"/>
                      </a:cubicBezTo>
                      <a:cubicBezTo>
                        <a:pt x="9444" y="33528"/>
                        <a:pt x="10817" y="28922"/>
                        <a:pt x="11196" y="24078"/>
                      </a:cubicBezTo>
                      <a:cubicBezTo>
                        <a:pt x="11585" y="19213"/>
                        <a:pt x="10893" y="14174"/>
                        <a:pt x="9077" y="9839"/>
                      </a:cubicBezTo>
                      <a:cubicBezTo>
                        <a:pt x="7293" y="5493"/>
                        <a:pt x="4330" y="1935"/>
                        <a:pt x="1054" y="0"/>
                      </a:cubicBezTo>
                      <a:lnTo>
                        <a:pt x="105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212" name="Google Shape;212;p4"/>
            <p:cNvSpPr/>
            <p:nvPr/>
          </p:nvSpPr>
          <p:spPr>
            <a:xfrm>
              <a:off x="-441019" y="2575438"/>
              <a:ext cx="870255" cy="185280"/>
            </a:xfrm>
            <a:custGeom>
              <a:rect b="b" l="l" r="r" t="t"/>
              <a:pathLst>
                <a:path extrusionOk="0" h="28815" w="135343">
                  <a:moveTo>
                    <a:pt x="0" y="28805"/>
                  </a:moveTo>
                  <a:lnTo>
                    <a:pt x="135343" y="28805"/>
                  </a:lnTo>
                  <a:cubicBezTo>
                    <a:pt x="132684" y="19063"/>
                    <a:pt x="121958" y="11927"/>
                    <a:pt x="112001" y="13625"/>
                  </a:cubicBezTo>
                  <a:cubicBezTo>
                    <a:pt x="111903" y="7018"/>
                    <a:pt x="106000" y="1440"/>
                    <a:pt x="99491" y="282"/>
                  </a:cubicBezTo>
                  <a:cubicBezTo>
                    <a:pt x="92983" y="-874"/>
                    <a:pt x="86257" y="1645"/>
                    <a:pt x="80960" y="5602"/>
                  </a:cubicBezTo>
                  <a:cubicBezTo>
                    <a:pt x="74840" y="10165"/>
                    <a:pt x="70201" y="16663"/>
                    <a:pt x="67866" y="23928"/>
                  </a:cubicBezTo>
                  <a:cubicBezTo>
                    <a:pt x="66439" y="21139"/>
                    <a:pt x="63358" y="19279"/>
                    <a:pt x="60233" y="19311"/>
                  </a:cubicBezTo>
                  <a:cubicBezTo>
                    <a:pt x="57098" y="19333"/>
                    <a:pt x="54060" y="21247"/>
                    <a:pt x="52665" y="24047"/>
                  </a:cubicBezTo>
                  <a:cubicBezTo>
                    <a:pt x="45323" y="18814"/>
                    <a:pt x="36036" y="16403"/>
                    <a:pt x="27073" y="17387"/>
                  </a:cubicBezTo>
                  <a:cubicBezTo>
                    <a:pt x="18110" y="18371"/>
                    <a:pt x="6022" y="22112"/>
                    <a:pt x="0" y="288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13" name="Google Shape;213;p4"/>
            <p:cNvGrpSpPr/>
            <p:nvPr/>
          </p:nvGrpSpPr>
          <p:grpSpPr>
            <a:xfrm>
              <a:off x="-189810" y="0"/>
              <a:ext cx="9340611" cy="1135213"/>
              <a:chOff x="-189810" y="0"/>
              <a:chExt cx="9340611" cy="1135213"/>
            </a:xfrm>
          </p:grpSpPr>
          <p:grpSp>
            <p:nvGrpSpPr>
              <p:cNvPr id="214" name="Google Shape;214;p4"/>
              <p:cNvGrpSpPr/>
              <p:nvPr/>
            </p:nvGrpSpPr>
            <p:grpSpPr>
              <a:xfrm>
                <a:off x="25" y="0"/>
                <a:ext cx="9150776" cy="1135213"/>
                <a:chOff x="24" y="0"/>
                <a:chExt cx="9150776" cy="2380400"/>
              </a:xfrm>
            </p:grpSpPr>
            <p:sp>
              <p:nvSpPr>
                <p:cNvPr id="215" name="Google Shape;215;p4"/>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4"/>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4"/>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4"/>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19" name="Google Shape;219;p4"/>
              <p:cNvSpPr/>
              <p:nvPr/>
            </p:nvSpPr>
            <p:spPr>
              <a:xfrm>
                <a:off x="-189810" y="379003"/>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 name="Google Shape;220;p4"/>
              <p:cNvSpPr/>
              <p:nvPr/>
            </p:nvSpPr>
            <p:spPr>
              <a:xfrm>
                <a:off x="8186314" y="388574"/>
                <a:ext cx="572154" cy="104365"/>
              </a:xfrm>
              <a:custGeom>
                <a:rect b="b" l="l" r="r" t="t"/>
                <a:pathLst>
                  <a:path extrusionOk="0" h="16231" w="88982">
                    <a:moveTo>
                      <a:pt x="88982" y="16232"/>
                    </a:moveTo>
                    <a:lnTo>
                      <a:pt x="0" y="16232"/>
                    </a:lnTo>
                    <a:cubicBezTo>
                      <a:pt x="3406" y="7399"/>
                      <a:pt x="9558" y="1127"/>
                      <a:pt x="18975" y="133"/>
                    </a:cubicBezTo>
                    <a:cubicBezTo>
                      <a:pt x="28392" y="-862"/>
                      <a:pt x="38188" y="3798"/>
                      <a:pt x="43356" y="11723"/>
                    </a:cubicBezTo>
                    <a:cubicBezTo>
                      <a:pt x="57660" y="4209"/>
                      <a:pt x="77273" y="5085"/>
                      <a:pt x="88971" y="162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21" name="Google Shape;221;p4"/>
            <p:cNvSpPr/>
            <p:nvPr/>
          </p:nvSpPr>
          <p:spPr>
            <a:xfrm flipH="1">
              <a:off x="8662406" y="3062888"/>
              <a:ext cx="870255" cy="185280"/>
            </a:xfrm>
            <a:custGeom>
              <a:rect b="b" l="l" r="r" t="t"/>
              <a:pathLst>
                <a:path extrusionOk="0" h="28815" w="135343">
                  <a:moveTo>
                    <a:pt x="0" y="28805"/>
                  </a:moveTo>
                  <a:lnTo>
                    <a:pt x="135343" y="28805"/>
                  </a:lnTo>
                  <a:cubicBezTo>
                    <a:pt x="132684" y="19063"/>
                    <a:pt x="121958" y="11927"/>
                    <a:pt x="112001" y="13625"/>
                  </a:cubicBezTo>
                  <a:cubicBezTo>
                    <a:pt x="111903" y="7018"/>
                    <a:pt x="106000" y="1440"/>
                    <a:pt x="99491" y="282"/>
                  </a:cubicBezTo>
                  <a:cubicBezTo>
                    <a:pt x="92983" y="-874"/>
                    <a:pt x="86257" y="1645"/>
                    <a:pt x="80960" y="5602"/>
                  </a:cubicBezTo>
                  <a:cubicBezTo>
                    <a:pt x="74840" y="10165"/>
                    <a:pt x="70201" y="16663"/>
                    <a:pt x="67866" y="23928"/>
                  </a:cubicBezTo>
                  <a:cubicBezTo>
                    <a:pt x="66439" y="21139"/>
                    <a:pt x="63358" y="19279"/>
                    <a:pt x="60233" y="19311"/>
                  </a:cubicBezTo>
                  <a:cubicBezTo>
                    <a:pt x="57098" y="19333"/>
                    <a:pt x="54060" y="21247"/>
                    <a:pt x="52665" y="24047"/>
                  </a:cubicBezTo>
                  <a:cubicBezTo>
                    <a:pt x="45323" y="18814"/>
                    <a:pt x="36036" y="16403"/>
                    <a:pt x="27073" y="17387"/>
                  </a:cubicBezTo>
                  <a:cubicBezTo>
                    <a:pt x="18110" y="18371"/>
                    <a:pt x="6022" y="22112"/>
                    <a:pt x="0" y="288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22" name="Google Shape;222;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3" name="Google Shape;223;p4"/>
          <p:cNvSpPr txBox="1"/>
          <p:nvPr>
            <p:ph idx="1" type="body"/>
          </p:nvPr>
        </p:nvSpPr>
        <p:spPr>
          <a:xfrm>
            <a:off x="720000" y="1063350"/>
            <a:ext cx="3737400" cy="32112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Albert Sans Light"/>
              <a:buChar char="●"/>
              <a:defRPr/>
            </a:lvl1pPr>
            <a:lvl2pPr indent="-304800" lvl="1" marL="914400" rtl="0">
              <a:lnSpc>
                <a:spcPct val="100000"/>
              </a:lnSpc>
              <a:spcBef>
                <a:spcPts val="0"/>
              </a:spcBef>
              <a:spcAft>
                <a:spcPts val="0"/>
              </a:spcAft>
              <a:buClr>
                <a:srgbClr val="252525"/>
              </a:buClr>
              <a:buSzPts val="1200"/>
              <a:buFont typeface="Nunito Light"/>
              <a:buChar char="○"/>
              <a:defRPr/>
            </a:lvl2pPr>
            <a:lvl3pPr indent="-304800" lvl="2" marL="1371600" rtl="0">
              <a:lnSpc>
                <a:spcPct val="100000"/>
              </a:lnSpc>
              <a:spcBef>
                <a:spcPts val="0"/>
              </a:spcBef>
              <a:spcAft>
                <a:spcPts val="0"/>
              </a:spcAft>
              <a:buClr>
                <a:srgbClr val="252525"/>
              </a:buClr>
              <a:buSzPts val="1200"/>
              <a:buFont typeface="Nunito Light"/>
              <a:buChar char="■"/>
              <a:defRPr/>
            </a:lvl3pPr>
            <a:lvl4pPr indent="-304800" lvl="3" marL="1828800" rtl="0">
              <a:lnSpc>
                <a:spcPct val="100000"/>
              </a:lnSpc>
              <a:spcBef>
                <a:spcPts val="0"/>
              </a:spcBef>
              <a:spcAft>
                <a:spcPts val="0"/>
              </a:spcAft>
              <a:buClr>
                <a:srgbClr val="252525"/>
              </a:buClr>
              <a:buSzPts val="1200"/>
              <a:buFont typeface="Nunito Light"/>
              <a:buChar char="●"/>
              <a:defRPr/>
            </a:lvl4pPr>
            <a:lvl5pPr indent="-304800" lvl="4" marL="2286000" rtl="0">
              <a:lnSpc>
                <a:spcPct val="100000"/>
              </a:lnSpc>
              <a:spcBef>
                <a:spcPts val="0"/>
              </a:spcBef>
              <a:spcAft>
                <a:spcPts val="0"/>
              </a:spcAft>
              <a:buClr>
                <a:srgbClr val="252525"/>
              </a:buClr>
              <a:buSzPts val="1200"/>
              <a:buFont typeface="Nunito Light"/>
              <a:buChar char="○"/>
              <a:defRPr/>
            </a:lvl5pPr>
            <a:lvl6pPr indent="-304800" lvl="5" marL="2743200" rtl="0">
              <a:lnSpc>
                <a:spcPct val="100000"/>
              </a:lnSpc>
              <a:spcBef>
                <a:spcPts val="0"/>
              </a:spcBef>
              <a:spcAft>
                <a:spcPts val="0"/>
              </a:spcAft>
              <a:buClr>
                <a:srgbClr val="252525"/>
              </a:buClr>
              <a:buSzPts val="1200"/>
              <a:buFont typeface="Nunito Light"/>
              <a:buChar char="■"/>
              <a:defRPr/>
            </a:lvl6pPr>
            <a:lvl7pPr indent="-304800" lvl="6" marL="3200400" rtl="0">
              <a:lnSpc>
                <a:spcPct val="100000"/>
              </a:lnSpc>
              <a:spcBef>
                <a:spcPts val="0"/>
              </a:spcBef>
              <a:spcAft>
                <a:spcPts val="0"/>
              </a:spcAft>
              <a:buClr>
                <a:srgbClr val="252525"/>
              </a:buClr>
              <a:buSzPts val="1200"/>
              <a:buFont typeface="Nunito Light"/>
              <a:buChar char="●"/>
              <a:defRPr/>
            </a:lvl7pPr>
            <a:lvl8pPr indent="-304800" lvl="7" marL="3657600" rtl="0">
              <a:lnSpc>
                <a:spcPct val="100000"/>
              </a:lnSpc>
              <a:spcBef>
                <a:spcPts val="0"/>
              </a:spcBef>
              <a:spcAft>
                <a:spcPts val="0"/>
              </a:spcAft>
              <a:buClr>
                <a:srgbClr val="252525"/>
              </a:buClr>
              <a:buSzPts val="1200"/>
              <a:buFont typeface="Nunito Light"/>
              <a:buChar char="○"/>
              <a:defRPr/>
            </a:lvl8pPr>
            <a:lvl9pPr indent="-304800" lvl="8" marL="4114800" rtl="0">
              <a:lnSpc>
                <a:spcPct val="100000"/>
              </a:lnSpc>
              <a:spcBef>
                <a:spcPts val="0"/>
              </a:spcBef>
              <a:spcAft>
                <a:spcPts val="0"/>
              </a:spcAft>
              <a:buClr>
                <a:srgbClr val="252525"/>
              </a:buClr>
              <a:buSzPts val="12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4" name="Shape 224"/>
        <p:cNvGrpSpPr/>
        <p:nvPr/>
      </p:nvGrpSpPr>
      <p:grpSpPr>
        <a:xfrm>
          <a:off x="0" y="0"/>
          <a:ext cx="0" cy="0"/>
          <a:chOff x="0" y="0"/>
          <a:chExt cx="0" cy="0"/>
        </a:xfrm>
      </p:grpSpPr>
      <p:grpSp>
        <p:nvGrpSpPr>
          <p:cNvPr id="225" name="Google Shape;225;p5"/>
          <p:cNvGrpSpPr/>
          <p:nvPr/>
        </p:nvGrpSpPr>
        <p:grpSpPr>
          <a:xfrm>
            <a:off x="25" y="0"/>
            <a:ext cx="9150776" cy="5143797"/>
            <a:chOff x="25" y="0"/>
            <a:chExt cx="9150776" cy="5143797"/>
          </a:xfrm>
        </p:grpSpPr>
        <p:grpSp>
          <p:nvGrpSpPr>
            <p:cNvPr id="226" name="Google Shape;226;p5"/>
            <p:cNvGrpSpPr/>
            <p:nvPr/>
          </p:nvGrpSpPr>
          <p:grpSpPr>
            <a:xfrm>
              <a:off x="25" y="0"/>
              <a:ext cx="9150776" cy="1135213"/>
              <a:chOff x="24" y="0"/>
              <a:chExt cx="9150776" cy="2380400"/>
            </a:xfrm>
          </p:grpSpPr>
          <p:sp>
            <p:nvSpPr>
              <p:cNvPr id="227" name="Google Shape;227;p5"/>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 name="Google Shape;228;p5"/>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 name="Google Shape;229;p5"/>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 name="Google Shape;230;p5"/>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31" name="Google Shape;231;p5"/>
            <p:cNvGrpSpPr/>
            <p:nvPr/>
          </p:nvGrpSpPr>
          <p:grpSpPr>
            <a:xfrm>
              <a:off x="43" y="4603847"/>
              <a:ext cx="9144293" cy="539950"/>
              <a:chOff x="43" y="4603847"/>
              <a:chExt cx="9144293" cy="539950"/>
            </a:xfrm>
          </p:grpSpPr>
          <p:sp>
            <p:nvSpPr>
              <p:cNvPr id="232" name="Google Shape;232;p5"/>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3" name="Google Shape;233;p5"/>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 name="Google Shape;234;p5"/>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5" name="Google Shape;235;p5"/>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6" name="Google Shape;236;p5"/>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7" name="Google Shape;237;p5"/>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38" name="Google Shape;238;p5"/>
              <p:cNvGrpSpPr/>
              <p:nvPr/>
            </p:nvGrpSpPr>
            <p:grpSpPr>
              <a:xfrm>
                <a:off x="206231" y="4759958"/>
                <a:ext cx="339829" cy="252642"/>
                <a:chOff x="206231" y="4759958"/>
                <a:chExt cx="339829" cy="252642"/>
              </a:xfrm>
            </p:grpSpPr>
            <p:sp>
              <p:nvSpPr>
                <p:cNvPr id="239" name="Google Shape;239;p5"/>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 name="Google Shape;240;p5"/>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1" name="Google Shape;241;p5"/>
              <p:cNvGrpSpPr/>
              <p:nvPr/>
            </p:nvGrpSpPr>
            <p:grpSpPr>
              <a:xfrm>
                <a:off x="609226" y="4765719"/>
                <a:ext cx="323828" cy="223114"/>
                <a:chOff x="609226" y="4765719"/>
                <a:chExt cx="323828" cy="223114"/>
              </a:xfrm>
            </p:grpSpPr>
            <p:sp>
              <p:nvSpPr>
                <p:cNvPr id="242" name="Google Shape;242;p5"/>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3" name="Google Shape;243;p5"/>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4" name="Google Shape;244;p5"/>
              <p:cNvGrpSpPr/>
              <p:nvPr/>
            </p:nvGrpSpPr>
            <p:grpSpPr>
              <a:xfrm>
                <a:off x="1292902" y="4770096"/>
                <a:ext cx="343944" cy="212303"/>
                <a:chOff x="1292902" y="4770096"/>
                <a:chExt cx="343944" cy="212303"/>
              </a:xfrm>
            </p:grpSpPr>
            <p:sp>
              <p:nvSpPr>
                <p:cNvPr id="245" name="Google Shape;245;p5"/>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 name="Google Shape;246;p5"/>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 name="Google Shape;247;p5"/>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48" name="Google Shape;248;p5"/>
              <p:cNvSpPr/>
              <p:nvPr/>
            </p:nvSpPr>
            <p:spPr>
              <a:xfrm>
                <a:off x="7653105" y="4850202"/>
                <a:ext cx="295236" cy="133623"/>
              </a:xfrm>
              <a:custGeom>
                <a:rect b="b" l="l" r="r" t="t"/>
                <a:pathLst>
                  <a:path extrusionOk="0" h="36609" w="67023">
                    <a:moveTo>
                      <a:pt x="67023" y="0"/>
                    </a:moveTo>
                    <a:cubicBezTo>
                      <a:pt x="43410" y="757"/>
                      <a:pt x="13396" y="17159"/>
                      <a:pt x="0" y="36609"/>
                    </a:cubicBezTo>
                    <a:lnTo>
                      <a:pt x="0" y="36609"/>
                    </a:lnTo>
                    <a:cubicBezTo>
                      <a:pt x="23613" y="35852"/>
                      <a:pt x="53627" y="19451"/>
                      <a:pt x="67023" y="0"/>
                    </a:cubicBezTo>
                    <a:lnTo>
                      <a:pt x="67023" y="0"/>
                    </a:lnTo>
                    <a:lnTo>
                      <a:pt x="6702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49" name="Google Shape;249;p5"/>
              <p:cNvGrpSpPr/>
              <p:nvPr/>
            </p:nvGrpSpPr>
            <p:grpSpPr>
              <a:xfrm>
                <a:off x="8142636" y="4794866"/>
                <a:ext cx="436020" cy="179560"/>
                <a:chOff x="8142636" y="4794866"/>
                <a:chExt cx="436020" cy="179560"/>
              </a:xfrm>
            </p:grpSpPr>
            <p:sp>
              <p:nvSpPr>
                <p:cNvPr id="250" name="Google Shape;250;p5"/>
                <p:cNvSpPr/>
                <p:nvPr/>
              </p:nvSpPr>
              <p:spPr>
                <a:xfrm>
                  <a:off x="8142636" y="4828113"/>
                  <a:ext cx="74356" cy="141514"/>
                </a:xfrm>
                <a:custGeom>
                  <a:rect b="b" l="l" r="r" t="t"/>
                  <a:pathLst>
                    <a:path extrusionOk="0" h="38771" w="16880">
                      <a:moveTo>
                        <a:pt x="55" y="0"/>
                      </a:moveTo>
                      <a:cubicBezTo>
                        <a:pt x="-723" y="13039"/>
                        <a:pt x="6780" y="30403"/>
                        <a:pt x="16825" y="38772"/>
                      </a:cubicBezTo>
                      <a:lnTo>
                        <a:pt x="16825" y="38772"/>
                      </a:lnTo>
                      <a:cubicBezTo>
                        <a:pt x="17603" y="25733"/>
                        <a:pt x="10100" y="8369"/>
                        <a:pt x="55" y="0"/>
                      </a:cubicBezTo>
                      <a:lnTo>
                        <a:pt x="55" y="0"/>
                      </a:lnTo>
                      <a:cubicBezTo>
                        <a:pt x="55" y="0"/>
                        <a:pt x="55" y="0"/>
                        <a:pt x="55"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 name="Google Shape;251;p5"/>
                <p:cNvSpPr/>
                <p:nvPr/>
              </p:nvSpPr>
              <p:spPr>
                <a:xfrm>
                  <a:off x="82151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 name="Google Shape;252;p5"/>
                <p:cNvSpPr/>
                <p:nvPr/>
              </p:nvSpPr>
              <p:spPr>
                <a:xfrm>
                  <a:off x="83528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 name="Google Shape;253;p5"/>
                <p:cNvSpPr/>
                <p:nvPr/>
              </p:nvSpPr>
              <p:spPr>
                <a:xfrm>
                  <a:off x="83877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4" name="Google Shape;254;p5"/>
              <p:cNvGrpSpPr/>
              <p:nvPr/>
            </p:nvGrpSpPr>
            <p:grpSpPr>
              <a:xfrm>
                <a:off x="8617853" y="4744852"/>
                <a:ext cx="328964" cy="214701"/>
                <a:chOff x="8617853" y="4744852"/>
                <a:chExt cx="328964" cy="214701"/>
              </a:xfrm>
            </p:grpSpPr>
            <p:sp>
              <p:nvSpPr>
                <p:cNvPr id="255" name="Google Shape;255;p5"/>
                <p:cNvSpPr/>
                <p:nvPr/>
              </p:nvSpPr>
              <p:spPr>
                <a:xfrm>
                  <a:off x="86178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 name="Google Shape;256;p5"/>
                <p:cNvSpPr/>
                <p:nvPr/>
              </p:nvSpPr>
              <p:spPr>
                <a:xfrm>
                  <a:off x="86819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7" name="Google Shape;257;p5"/>
                <p:cNvSpPr/>
                <p:nvPr/>
              </p:nvSpPr>
              <p:spPr>
                <a:xfrm>
                  <a:off x="87177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258" name="Google Shape;258;p5"/>
            <p:cNvSpPr/>
            <p:nvPr/>
          </p:nvSpPr>
          <p:spPr>
            <a:xfrm>
              <a:off x="39" y="2721749"/>
              <a:ext cx="572154" cy="104365"/>
            </a:xfrm>
            <a:custGeom>
              <a:rect b="b" l="l" r="r" t="t"/>
              <a:pathLst>
                <a:path extrusionOk="0" h="16231" w="88982">
                  <a:moveTo>
                    <a:pt x="88982" y="16232"/>
                  </a:moveTo>
                  <a:lnTo>
                    <a:pt x="0" y="16232"/>
                  </a:lnTo>
                  <a:cubicBezTo>
                    <a:pt x="3406" y="7399"/>
                    <a:pt x="9558" y="1127"/>
                    <a:pt x="18975" y="133"/>
                  </a:cubicBezTo>
                  <a:cubicBezTo>
                    <a:pt x="28392" y="-862"/>
                    <a:pt x="38188" y="3798"/>
                    <a:pt x="43356" y="11723"/>
                  </a:cubicBezTo>
                  <a:cubicBezTo>
                    <a:pt x="57660" y="4209"/>
                    <a:pt x="77273" y="5085"/>
                    <a:pt x="88971" y="162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59" name="Google Shape;259;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0" name="Google Shape;260;p5"/>
          <p:cNvSpPr txBox="1"/>
          <p:nvPr>
            <p:ph idx="1" type="subTitle"/>
          </p:nvPr>
        </p:nvSpPr>
        <p:spPr>
          <a:xfrm>
            <a:off x="720000" y="3277325"/>
            <a:ext cx="4184700" cy="97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1" name="Google Shape;261;p5"/>
          <p:cNvSpPr txBox="1"/>
          <p:nvPr>
            <p:ph idx="2" type="subTitle"/>
          </p:nvPr>
        </p:nvSpPr>
        <p:spPr>
          <a:xfrm>
            <a:off x="720000" y="1659358"/>
            <a:ext cx="4184700" cy="97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2" name="Google Shape;262;p5"/>
          <p:cNvSpPr txBox="1"/>
          <p:nvPr>
            <p:ph idx="3" type="subTitle"/>
          </p:nvPr>
        </p:nvSpPr>
        <p:spPr>
          <a:xfrm>
            <a:off x="720000" y="1392625"/>
            <a:ext cx="4184700" cy="417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63" name="Google Shape;263;p5"/>
          <p:cNvSpPr txBox="1"/>
          <p:nvPr>
            <p:ph idx="4" type="subTitle"/>
          </p:nvPr>
        </p:nvSpPr>
        <p:spPr>
          <a:xfrm>
            <a:off x="720000" y="3010596"/>
            <a:ext cx="4184700" cy="417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4" name="Shape 264"/>
        <p:cNvGrpSpPr/>
        <p:nvPr/>
      </p:nvGrpSpPr>
      <p:grpSpPr>
        <a:xfrm>
          <a:off x="0" y="0"/>
          <a:ext cx="0" cy="0"/>
          <a:chOff x="0" y="0"/>
          <a:chExt cx="0" cy="0"/>
        </a:xfrm>
      </p:grpSpPr>
      <p:grpSp>
        <p:nvGrpSpPr>
          <p:cNvPr id="265" name="Google Shape;265;p6"/>
          <p:cNvGrpSpPr/>
          <p:nvPr/>
        </p:nvGrpSpPr>
        <p:grpSpPr>
          <a:xfrm>
            <a:off x="-441019" y="0"/>
            <a:ext cx="9973680" cy="5143797"/>
            <a:chOff x="-441019" y="0"/>
            <a:chExt cx="9973680" cy="5143797"/>
          </a:xfrm>
        </p:grpSpPr>
        <p:grpSp>
          <p:nvGrpSpPr>
            <p:cNvPr id="266" name="Google Shape;266;p6"/>
            <p:cNvGrpSpPr/>
            <p:nvPr/>
          </p:nvGrpSpPr>
          <p:grpSpPr>
            <a:xfrm>
              <a:off x="43" y="4603847"/>
              <a:ext cx="9144293" cy="539950"/>
              <a:chOff x="43" y="4603847"/>
              <a:chExt cx="9144293" cy="539950"/>
            </a:xfrm>
          </p:grpSpPr>
          <p:sp>
            <p:nvSpPr>
              <p:cNvPr id="267" name="Google Shape;267;p6"/>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 name="Google Shape;268;p6"/>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 name="Google Shape;269;p6"/>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0" name="Google Shape;270;p6"/>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 name="Google Shape;271;p6"/>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 name="Google Shape;272;p6"/>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73" name="Google Shape;273;p6"/>
              <p:cNvGrpSpPr/>
              <p:nvPr/>
            </p:nvGrpSpPr>
            <p:grpSpPr>
              <a:xfrm>
                <a:off x="206231" y="4759958"/>
                <a:ext cx="339829" cy="252642"/>
                <a:chOff x="206231" y="4759958"/>
                <a:chExt cx="339829" cy="252642"/>
              </a:xfrm>
            </p:grpSpPr>
            <p:sp>
              <p:nvSpPr>
                <p:cNvPr id="274" name="Google Shape;274;p6"/>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 name="Google Shape;275;p6"/>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76" name="Google Shape;276;p6"/>
              <p:cNvGrpSpPr/>
              <p:nvPr/>
            </p:nvGrpSpPr>
            <p:grpSpPr>
              <a:xfrm>
                <a:off x="609226" y="4765719"/>
                <a:ext cx="323828" cy="223114"/>
                <a:chOff x="609226" y="4765719"/>
                <a:chExt cx="323828" cy="223114"/>
              </a:xfrm>
            </p:grpSpPr>
            <p:sp>
              <p:nvSpPr>
                <p:cNvPr id="277" name="Google Shape;277;p6"/>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8" name="Google Shape;278;p6"/>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79" name="Google Shape;279;p6"/>
              <p:cNvGrpSpPr/>
              <p:nvPr/>
            </p:nvGrpSpPr>
            <p:grpSpPr>
              <a:xfrm>
                <a:off x="1292902" y="4770096"/>
                <a:ext cx="343944" cy="212303"/>
                <a:chOff x="1292902" y="4770096"/>
                <a:chExt cx="343944" cy="212303"/>
              </a:xfrm>
            </p:grpSpPr>
            <p:sp>
              <p:nvSpPr>
                <p:cNvPr id="280" name="Google Shape;280;p6"/>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 name="Google Shape;281;p6"/>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2" name="Google Shape;282;p6"/>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83" name="Google Shape;283;p6"/>
              <p:cNvGrpSpPr/>
              <p:nvPr/>
            </p:nvGrpSpPr>
            <p:grpSpPr>
              <a:xfrm>
                <a:off x="7907471" y="4759958"/>
                <a:ext cx="339829" cy="252642"/>
                <a:chOff x="7907471" y="4759958"/>
                <a:chExt cx="339829" cy="252642"/>
              </a:xfrm>
            </p:grpSpPr>
            <p:sp>
              <p:nvSpPr>
                <p:cNvPr id="284" name="Google Shape;284;p6"/>
                <p:cNvSpPr/>
                <p:nvPr/>
              </p:nvSpPr>
              <p:spPr>
                <a:xfrm>
                  <a:off x="7980286" y="4766784"/>
                  <a:ext cx="267013" cy="245817"/>
                </a:xfrm>
                <a:custGeom>
                  <a:rect b="b" l="l" r="r" t="t"/>
                  <a:pathLst>
                    <a:path extrusionOk="0" h="67347" w="60616">
                      <a:moveTo>
                        <a:pt x="60606" y="0"/>
                      </a:moveTo>
                      <a:cubicBezTo>
                        <a:pt x="53546" y="638"/>
                        <a:pt x="45923" y="3005"/>
                        <a:pt x="38604" y="6973"/>
                      </a:cubicBezTo>
                      <a:cubicBezTo>
                        <a:pt x="31284" y="10920"/>
                        <a:pt x="24289" y="16434"/>
                        <a:pt x="18407" y="22975"/>
                      </a:cubicBezTo>
                      <a:cubicBezTo>
                        <a:pt x="12525"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 name="Google Shape;285;p6"/>
                <p:cNvSpPr/>
                <p:nvPr/>
              </p:nvSpPr>
              <p:spPr>
                <a:xfrm>
                  <a:off x="7907471" y="4759958"/>
                  <a:ext cx="124824" cy="239977"/>
                </a:xfrm>
                <a:custGeom>
                  <a:rect b="b" l="l" r="r" t="t"/>
                  <a:pathLst>
                    <a:path extrusionOk="0" h="65747" w="28337">
                      <a:moveTo>
                        <a:pt x="0" y="11"/>
                      </a:moveTo>
                      <a:cubicBezTo>
                        <a:pt x="1633" y="10952"/>
                        <a:pt x="5482" y="22683"/>
                        <a:pt x="9990" y="34101"/>
                      </a:cubicBezTo>
                      <a:cubicBezTo>
                        <a:pt x="14553" y="45507"/>
                        <a:pt x="19808"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86" name="Google Shape;286;p6"/>
              <p:cNvGrpSpPr/>
              <p:nvPr/>
            </p:nvGrpSpPr>
            <p:grpSpPr>
              <a:xfrm>
                <a:off x="8310466" y="4765719"/>
                <a:ext cx="323832" cy="223114"/>
                <a:chOff x="8310466" y="4765719"/>
                <a:chExt cx="323832" cy="223114"/>
              </a:xfrm>
            </p:grpSpPr>
            <p:sp>
              <p:nvSpPr>
                <p:cNvPr id="287" name="Google Shape;287;p6"/>
                <p:cNvSpPr/>
                <p:nvPr/>
              </p:nvSpPr>
              <p:spPr>
                <a:xfrm>
                  <a:off x="8310466" y="4765719"/>
                  <a:ext cx="146206" cy="203907"/>
                </a:xfrm>
                <a:custGeom>
                  <a:rect b="b" l="l" r="r" t="t"/>
                  <a:pathLst>
                    <a:path extrusionOk="0" h="55865" w="33191">
                      <a:moveTo>
                        <a:pt x="33191" y="11"/>
                      </a:moveTo>
                      <a:cubicBezTo>
                        <a:pt x="28413" y="1654"/>
                        <a:pt x="23526" y="4184"/>
                        <a:pt x="18866" y="7720"/>
                      </a:cubicBezTo>
                      <a:cubicBezTo>
                        <a:pt x="14217" y="11244"/>
                        <a:pt x="9784" y="15829"/>
                        <a:pt x="6356" y="21310"/>
                      </a:cubicBezTo>
                      <a:cubicBezTo>
                        <a:pt x="2929" y="26803"/>
                        <a:pt x="658" y="33160"/>
                        <a:pt x="128" y="39377"/>
                      </a:cubicBezTo>
                      <a:cubicBezTo>
                        <a:pt x="-434" y="45594"/>
                        <a:pt x="875" y="51584"/>
                        <a:pt x="3556" y="55865"/>
                      </a:cubicBezTo>
                      <a:lnTo>
                        <a:pt x="3556" y="55865"/>
                      </a:lnTo>
                      <a:cubicBezTo>
                        <a:pt x="7286" y="46470"/>
                        <a:pt x="12281" y="37658"/>
                        <a:pt x="17958" y="28543"/>
                      </a:cubicBezTo>
                      <a:cubicBezTo>
                        <a:pt x="20801" y="23981"/>
                        <a:pt x="23807" y="19310"/>
                        <a:pt x="26532"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 name="Google Shape;288;p6"/>
                <p:cNvSpPr/>
                <p:nvPr/>
              </p:nvSpPr>
              <p:spPr>
                <a:xfrm>
                  <a:off x="8366831"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2" y="40876"/>
                        <a:pt x="97" y="47958"/>
                        <a:pt x="0" y="54380"/>
                      </a:cubicBezTo>
                      <a:lnTo>
                        <a:pt x="0" y="54380"/>
                      </a:lnTo>
                      <a:cubicBezTo>
                        <a:pt x="10466" y="46855"/>
                        <a:pt x="20856" y="37557"/>
                        <a:pt x="31268" y="28302"/>
                      </a:cubicBezTo>
                      <a:cubicBezTo>
                        <a:pt x="41636"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89" name="Google Shape;289;p6"/>
              <p:cNvGrpSpPr/>
              <p:nvPr/>
            </p:nvGrpSpPr>
            <p:grpSpPr>
              <a:xfrm>
                <a:off x="8769488" y="4770096"/>
                <a:ext cx="343944" cy="212303"/>
                <a:chOff x="8769488" y="4770096"/>
                <a:chExt cx="343944" cy="212303"/>
              </a:xfrm>
            </p:grpSpPr>
            <p:sp>
              <p:nvSpPr>
                <p:cNvPr id="290" name="Google Shape;290;p6"/>
                <p:cNvSpPr/>
                <p:nvPr/>
              </p:nvSpPr>
              <p:spPr>
                <a:xfrm>
                  <a:off x="8769488"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1" name="Google Shape;291;p6"/>
                <p:cNvSpPr/>
                <p:nvPr/>
              </p:nvSpPr>
              <p:spPr>
                <a:xfrm>
                  <a:off x="8895286" y="4798061"/>
                  <a:ext cx="48385" cy="165666"/>
                </a:xfrm>
                <a:custGeom>
                  <a:rect b="b" l="l" r="r" t="t"/>
                  <a:pathLst>
                    <a:path extrusionOk="0" h="45388" w="10984">
                      <a:moveTo>
                        <a:pt x="4546" y="0"/>
                      </a:moveTo>
                      <a:cubicBezTo>
                        <a:pt x="2827" y="6984"/>
                        <a:pt x="1919" y="14780"/>
                        <a:pt x="1141" y="22575"/>
                      </a:cubicBezTo>
                      <a:cubicBezTo>
                        <a:pt x="395" y="30371"/>
                        <a:pt x="-244" y="38198"/>
                        <a:pt x="92" y="45388"/>
                      </a:cubicBezTo>
                      <a:lnTo>
                        <a:pt x="92" y="45388"/>
                      </a:lnTo>
                      <a:cubicBezTo>
                        <a:pt x="5681" y="40901"/>
                        <a:pt x="9963" y="32479"/>
                        <a:pt x="10796" y="23526"/>
                      </a:cubicBezTo>
                      <a:cubicBezTo>
                        <a:pt x="11726"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 name="Google Shape;292;p6"/>
                <p:cNvSpPr/>
                <p:nvPr/>
              </p:nvSpPr>
              <p:spPr>
                <a:xfrm>
                  <a:off x="8914969" y="4787570"/>
                  <a:ext cx="198463" cy="194830"/>
                </a:xfrm>
                <a:custGeom>
                  <a:rect b="b" l="l" r="r" t="t"/>
                  <a:pathLst>
                    <a:path extrusionOk="0" h="53378" w="45054">
                      <a:moveTo>
                        <a:pt x="45054" y="0"/>
                      </a:moveTo>
                      <a:cubicBezTo>
                        <a:pt x="39583" y="346"/>
                        <a:pt x="33605"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93" name="Google Shape;293;p6"/>
              <p:cNvGrpSpPr/>
              <p:nvPr/>
            </p:nvGrpSpPr>
            <p:grpSpPr>
              <a:xfrm>
                <a:off x="6783301" y="4806225"/>
                <a:ext cx="237616" cy="159509"/>
                <a:chOff x="4344901" y="4806225"/>
                <a:chExt cx="237616" cy="159509"/>
              </a:xfrm>
            </p:grpSpPr>
            <p:sp>
              <p:nvSpPr>
                <p:cNvPr id="294" name="Google Shape;294;p6"/>
                <p:cNvSpPr/>
                <p:nvPr/>
              </p:nvSpPr>
              <p:spPr>
                <a:xfrm>
                  <a:off x="4344901" y="4806225"/>
                  <a:ext cx="125419" cy="159509"/>
                </a:xfrm>
                <a:custGeom>
                  <a:rect b="b" l="l" r="r" t="t"/>
                  <a:pathLst>
                    <a:path extrusionOk="0" h="43701" w="28472">
                      <a:moveTo>
                        <a:pt x="28472" y="0"/>
                      </a:moveTo>
                      <a:cubicBezTo>
                        <a:pt x="20688" y="2292"/>
                        <a:pt x="12535" y="8768"/>
                        <a:pt x="7151" y="17191"/>
                      </a:cubicBezTo>
                      <a:cubicBezTo>
                        <a:pt x="1691" y="25570"/>
                        <a:pt x="-850" y="35658"/>
                        <a:pt x="253" y="43702"/>
                      </a:cubicBezTo>
                      <a:lnTo>
                        <a:pt x="253" y="43702"/>
                      </a:lnTo>
                      <a:cubicBezTo>
                        <a:pt x="6092" y="38037"/>
                        <a:pt x="11465" y="30727"/>
                        <a:pt x="16374" y="23159"/>
                      </a:cubicBezTo>
                      <a:cubicBezTo>
                        <a:pt x="21250" y="15569"/>
                        <a:pt x="25715" y="7665"/>
                        <a:pt x="28472" y="11"/>
                      </a:cubicBezTo>
                      <a:lnTo>
                        <a:pt x="28472" y="11"/>
                      </a:lnTo>
                      <a:cubicBezTo>
                        <a:pt x="28472" y="11"/>
                        <a:pt x="28472" y="11"/>
                        <a:pt x="28472" y="1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 name="Google Shape;295;p6"/>
                <p:cNvSpPr/>
                <p:nvPr/>
              </p:nvSpPr>
              <p:spPr>
                <a:xfrm>
                  <a:off x="4372914" y="4811471"/>
                  <a:ext cx="209603" cy="144277"/>
                </a:xfrm>
                <a:custGeom>
                  <a:rect b="b" l="l" r="r" t="t"/>
                  <a:pathLst>
                    <a:path extrusionOk="0" h="39528" w="47583">
                      <a:moveTo>
                        <a:pt x="47583" y="0"/>
                      </a:moveTo>
                      <a:cubicBezTo>
                        <a:pt x="37950" y="87"/>
                        <a:pt x="26576" y="4649"/>
                        <a:pt x="17526" y="12217"/>
                      </a:cubicBezTo>
                      <a:cubicBezTo>
                        <a:pt x="8423" y="19732"/>
                        <a:pt x="1849" y="30079"/>
                        <a:pt x="0" y="39528"/>
                      </a:cubicBezTo>
                      <a:lnTo>
                        <a:pt x="0" y="39528"/>
                      </a:lnTo>
                      <a:cubicBezTo>
                        <a:pt x="8736" y="35420"/>
                        <a:pt x="17559" y="29116"/>
                        <a:pt x="25851" y="22251"/>
                      </a:cubicBezTo>
                      <a:cubicBezTo>
                        <a:pt x="34122" y="15353"/>
                        <a:pt x="41929" y="7828"/>
                        <a:pt x="47572" y="0"/>
                      </a:cubicBezTo>
                      <a:lnTo>
                        <a:pt x="47572"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96" name="Google Shape;296;p6"/>
              <p:cNvGrpSpPr/>
              <p:nvPr/>
            </p:nvGrpSpPr>
            <p:grpSpPr>
              <a:xfrm>
                <a:off x="7065959" y="4826661"/>
                <a:ext cx="393158" cy="170393"/>
                <a:chOff x="4627559" y="4826661"/>
                <a:chExt cx="393158" cy="170393"/>
              </a:xfrm>
            </p:grpSpPr>
            <p:sp>
              <p:nvSpPr>
                <p:cNvPr id="297" name="Google Shape;297;p6"/>
                <p:cNvSpPr/>
                <p:nvPr/>
              </p:nvSpPr>
              <p:spPr>
                <a:xfrm>
                  <a:off x="4627559" y="4829178"/>
                  <a:ext cx="132494" cy="160418"/>
                </a:xfrm>
                <a:custGeom>
                  <a:rect b="b" l="l" r="r" t="t"/>
                  <a:pathLst>
                    <a:path extrusionOk="0" h="43950" w="30078">
                      <a:moveTo>
                        <a:pt x="0" y="0"/>
                      </a:moveTo>
                      <a:cubicBezTo>
                        <a:pt x="3438" y="7590"/>
                        <a:pt x="8347" y="15331"/>
                        <a:pt x="13439" y="22921"/>
                      </a:cubicBezTo>
                      <a:cubicBezTo>
                        <a:pt x="18564" y="30479"/>
                        <a:pt x="23916" y="37918"/>
                        <a:pt x="29679" y="43950"/>
                      </a:cubicBezTo>
                      <a:lnTo>
                        <a:pt x="29679" y="43950"/>
                      </a:lnTo>
                      <a:cubicBezTo>
                        <a:pt x="30381" y="39853"/>
                        <a:pt x="30165" y="35171"/>
                        <a:pt x="28976" y="30435"/>
                      </a:cubicBezTo>
                      <a:cubicBezTo>
                        <a:pt x="27797" y="25700"/>
                        <a:pt x="25667" y="20911"/>
                        <a:pt x="22770" y="16629"/>
                      </a:cubicBezTo>
                      <a:cubicBezTo>
                        <a:pt x="19872" y="12347"/>
                        <a:pt x="16240" y="8574"/>
                        <a:pt x="12282" y="5720"/>
                      </a:cubicBezTo>
                      <a:cubicBezTo>
                        <a:pt x="8325" y="2854"/>
                        <a:pt x="4065" y="897"/>
                        <a:pt x="0" y="11"/>
                      </a:cubicBezTo>
                      <a:lnTo>
                        <a:pt x="0" y="11"/>
                      </a:ln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6"/>
                <p:cNvSpPr/>
                <p:nvPr/>
              </p:nvSpPr>
              <p:spPr>
                <a:xfrm>
                  <a:off x="4744022" y="4826661"/>
                  <a:ext cx="234544" cy="170393"/>
                </a:xfrm>
                <a:custGeom>
                  <a:rect b="b" l="l" r="r" t="t"/>
                  <a:pathLst>
                    <a:path extrusionOk="0" h="46683" w="53245">
                      <a:moveTo>
                        <a:pt x="53245" y="766"/>
                      </a:moveTo>
                      <a:cubicBezTo>
                        <a:pt x="47764" y="-467"/>
                        <a:pt x="41266" y="-240"/>
                        <a:pt x="34757" y="1652"/>
                      </a:cubicBezTo>
                      <a:cubicBezTo>
                        <a:pt x="28248" y="3512"/>
                        <a:pt x="21772" y="7026"/>
                        <a:pt x="16312" y="11740"/>
                      </a:cubicBezTo>
                      <a:cubicBezTo>
                        <a:pt x="10852" y="16454"/>
                        <a:pt x="6441" y="22357"/>
                        <a:pt x="3651" y="28520"/>
                      </a:cubicBezTo>
                      <a:cubicBezTo>
                        <a:pt x="840" y="34683"/>
                        <a:pt x="-339" y="41084"/>
                        <a:pt x="83" y="46684"/>
                      </a:cubicBezTo>
                      <a:lnTo>
                        <a:pt x="83" y="46684"/>
                      </a:lnTo>
                      <a:cubicBezTo>
                        <a:pt x="83" y="46684"/>
                        <a:pt x="83" y="46684"/>
                        <a:pt x="83" y="46684"/>
                      </a:cubicBezTo>
                      <a:cubicBezTo>
                        <a:pt x="8614" y="39289"/>
                        <a:pt x="17220" y="31050"/>
                        <a:pt x="26270" y="23265"/>
                      </a:cubicBezTo>
                      <a:cubicBezTo>
                        <a:pt x="35287" y="15448"/>
                        <a:pt x="44693" y="8128"/>
                        <a:pt x="53245" y="777"/>
                      </a:cubicBezTo>
                      <a:lnTo>
                        <a:pt x="53245" y="777"/>
                      </a:lnTo>
                      <a:lnTo>
                        <a:pt x="53245" y="777"/>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6"/>
                <p:cNvSpPr/>
                <p:nvPr/>
              </p:nvSpPr>
              <p:spPr>
                <a:xfrm>
                  <a:off x="4737818" y="4867081"/>
                  <a:ext cx="282898" cy="118468"/>
                </a:xfrm>
                <a:custGeom>
                  <a:rect b="b" l="l" r="r" t="t"/>
                  <a:pathLst>
                    <a:path extrusionOk="0" h="32457" w="64222">
                      <a:moveTo>
                        <a:pt x="64223" y="1449"/>
                      </a:moveTo>
                      <a:cubicBezTo>
                        <a:pt x="58849" y="-10"/>
                        <a:pt x="52632" y="-389"/>
                        <a:pt x="46178" y="411"/>
                      </a:cubicBezTo>
                      <a:cubicBezTo>
                        <a:pt x="39734" y="1201"/>
                        <a:pt x="33085" y="3179"/>
                        <a:pt x="26900" y="6163"/>
                      </a:cubicBezTo>
                      <a:cubicBezTo>
                        <a:pt x="20726" y="9148"/>
                        <a:pt x="15040" y="13126"/>
                        <a:pt x="10412" y="17689"/>
                      </a:cubicBezTo>
                      <a:cubicBezTo>
                        <a:pt x="5774" y="22241"/>
                        <a:pt x="2195" y="27355"/>
                        <a:pt x="0" y="32458"/>
                      </a:cubicBezTo>
                      <a:lnTo>
                        <a:pt x="0" y="32458"/>
                      </a:lnTo>
                      <a:cubicBezTo>
                        <a:pt x="10855" y="29874"/>
                        <a:pt x="22316" y="25084"/>
                        <a:pt x="33452" y="19743"/>
                      </a:cubicBezTo>
                      <a:cubicBezTo>
                        <a:pt x="44567" y="14348"/>
                        <a:pt x="55444" y="8358"/>
                        <a:pt x="64212" y="1460"/>
                      </a:cubicBezTo>
                      <a:lnTo>
                        <a:pt x="64212" y="146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00" name="Google Shape;300;p6"/>
              <p:cNvSpPr/>
              <p:nvPr/>
            </p:nvSpPr>
            <p:spPr>
              <a:xfrm>
                <a:off x="2090505" y="4850202"/>
                <a:ext cx="295236" cy="133623"/>
              </a:xfrm>
              <a:custGeom>
                <a:rect b="b" l="l" r="r" t="t"/>
                <a:pathLst>
                  <a:path extrusionOk="0" h="36609" w="67023">
                    <a:moveTo>
                      <a:pt x="67023" y="0"/>
                    </a:moveTo>
                    <a:cubicBezTo>
                      <a:pt x="43410" y="757"/>
                      <a:pt x="13396" y="17159"/>
                      <a:pt x="0" y="36609"/>
                    </a:cubicBezTo>
                    <a:lnTo>
                      <a:pt x="0" y="36609"/>
                    </a:lnTo>
                    <a:cubicBezTo>
                      <a:pt x="23613" y="35852"/>
                      <a:pt x="53627" y="19451"/>
                      <a:pt x="67023" y="0"/>
                    </a:cubicBezTo>
                    <a:lnTo>
                      <a:pt x="67023" y="0"/>
                    </a:lnTo>
                    <a:lnTo>
                      <a:pt x="6702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01" name="Google Shape;301;p6"/>
              <p:cNvGrpSpPr/>
              <p:nvPr/>
            </p:nvGrpSpPr>
            <p:grpSpPr>
              <a:xfrm>
                <a:off x="2580036" y="4794866"/>
                <a:ext cx="436020" cy="179560"/>
                <a:chOff x="2580036" y="4794866"/>
                <a:chExt cx="436020" cy="179560"/>
              </a:xfrm>
            </p:grpSpPr>
            <p:sp>
              <p:nvSpPr>
                <p:cNvPr id="302" name="Google Shape;302;p6"/>
                <p:cNvSpPr/>
                <p:nvPr/>
              </p:nvSpPr>
              <p:spPr>
                <a:xfrm>
                  <a:off x="2580036" y="4828113"/>
                  <a:ext cx="74356" cy="141514"/>
                </a:xfrm>
                <a:custGeom>
                  <a:rect b="b" l="l" r="r" t="t"/>
                  <a:pathLst>
                    <a:path extrusionOk="0" h="38771" w="16880">
                      <a:moveTo>
                        <a:pt x="55" y="0"/>
                      </a:moveTo>
                      <a:cubicBezTo>
                        <a:pt x="-723" y="13039"/>
                        <a:pt x="6780" y="30403"/>
                        <a:pt x="16825" y="38772"/>
                      </a:cubicBezTo>
                      <a:lnTo>
                        <a:pt x="16825" y="38772"/>
                      </a:lnTo>
                      <a:cubicBezTo>
                        <a:pt x="17603" y="25733"/>
                        <a:pt x="10100" y="8369"/>
                        <a:pt x="55" y="0"/>
                      </a:cubicBezTo>
                      <a:lnTo>
                        <a:pt x="55" y="0"/>
                      </a:lnTo>
                      <a:cubicBezTo>
                        <a:pt x="55" y="0"/>
                        <a:pt x="55" y="0"/>
                        <a:pt x="55"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 name="Google Shape;303;p6"/>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 name="Google Shape;304;p6"/>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 name="Google Shape;305;p6"/>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06" name="Google Shape;306;p6"/>
              <p:cNvGrpSpPr/>
              <p:nvPr/>
            </p:nvGrpSpPr>
            <p:grpSpPr>
              <a:xfrm>
                <a:off x="3055253" y="4744852"/>
                <a:ext cx="328964" cy="214701"/>
                <a:chOff x="3055253" y="4744852"/>
                <a:chExt cx="328964" cy="214701"/>
              </a:xfrm>
            </p:grpSpPr>
            <p:sp>
              <p:nvSpPr>
                <p:cNvPr id="307" name="Google Shape;307;p6"/>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 name="Google Shape;308;p6"/>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 name="Google Shape;309;p6"/>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10" name="Google Shape;310;p6"/>
              <p:cNvGrpSpPr/>
              <p:nvPr/>
            </p:nvGrpSpPr>
            <p:grpSpPr>
              <a:xfrm>
                <a:off x="3435299" y="4794745"/>
                <a:ext cx="181242" cy="177466"/>
                <a:chOff x="3435299" y="4794745"/>
                <a:chExt cx="181242" cy="177466"/>
              </a:xfrm>
            </p:grpSpPr>
            <p:sp>
              <p:nvSpPr>
                <p:cNvPr id="311" name="Google Shape;311;p6"/>
                <p:cNvSpPr/>
                <p:nvPr/>
              </p:nvSpPr>
              <p:spPr>
                <a:xfrm>
                  <a:off x="3435299" y="4796402"/>
                  <a:ext cx="137643" cy="175810"/>
                </a:xfrm>
                <a:custGeom>
                  <a:rect b="b" l="l" r="r" t="t"/>
                  <a:pathLst>
                    <a:path extrusionOk="0" h="48167" w="31247">
                      <a:moveTo>
                        <a:pt x="0" y="11"/>
                      </a:moveTo>
                      <a:cubicBezTo>
                        <a:pt x="3589" y="8239"/>
                        <a:pt x="8682" y="16661"/>
                        <a:pt x="13926" y="24954"/>
                      </a:cubicBezTo>
                      <a:cubicBezTo>
                        <a:pt x="19202" y="33225"/>
                        <a:pt x="24651" y="41410"/>
                        <a:pt x="30576" y="48167"/>
                      </a:cubicBezTo>
                      <a:lnTo>
                        <a:pt x="30576" y="48167"/>
                      </a:lnTo>
                      <a:cubicBezTo>
                        <a:pt x="31517" y="43788"/>
                        <a:pt x="31484" y="38729"/>
                        <a:pt x="30381" y="33571"/>
                      </a:cubicBezTo>
                      <a:cubicBezTo>
                        <a:pt x="29300" y="28414"/>
                        <a:pt x="27149" y="23170"/>
                        <a:pt x="24164" y="18456"/>
                      </a:cubicBezTo>
                      <a:cubicBezTo>
                        <a:pt x="21170" y="13742"/>
                        <a:pt x="17342" y="9569"/>
                        <a:pt x="13136" y="6390"/>
                      </a:cubicBezTo>
                      <a:cubicBezTo>
                        <a:pt x="8931" y="3200"/>
                        <a:pt x="4368" y="1016"/>
                        <a:pt x="11" y="0"/>
                      </a:cubicBezTo>
                      <a:lnTo>
                        <a:pt x="1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 name="Google Shape;312;p6"/>
                <p:cNvSpPr/>
                <p:nvPr/>
              </p:nvSpPr>
              <p:spPr>
                <a:xfrm>
                  <a:off x="3566765" y="4794745"/>
                  <a:ext cx="49776" cy="173915"/>
                </a:xfrm>
                <a:custGeom>
                  <a:rect b="b" l="l" r="r" t="t"/>
                  <a:pathLst>
                    <a:path extrusionOk="0" h="47648" w="11300">
                      <a:moveTo>
                        <a:pt x="1054" y="0"/>
                      </a:moveTo>
                      <a:cubicBezTo>
                        <a:pt x="1822" y="7579"/>
                        <a:pt x="1552" y="15213"/>
                        <a:pt x="925" y="23278"/>
                      </a:cubicBezTo>
                      <a:cubicBezTo>
                        <a:pt x="308" y="31301"/>
                        <a:pt x="-665" y="40102"/>
                        <a:pt x="665" y="47648"/>
                      </a:cubicBezTo>
                      <a:lnTo>
                        <a:pt x="665" y="47648"/>
                      </a:lnTo>
                      <a:cubicBezTo>
                        <a:pt x="3282" y="44891"/>
                        <a:pt x="5671" y="41496"/>
                        <a:pt x="7563" y="37506"/>
                      </a:cubicBezTo>
                      <a:cubicBezTo>
                        <a:pt x="9444" y="33528"/>
                        <a:pt x="10817" y="28922"/>
                        <a:pt x="11196" y="24078"/>
                      </a:cubicBezTo>
                      <a:cubicBezTo>
                        <a:pt x="11585" y="19213"/>
                        <a:pt x="10893" y="14174"/>
                        <a:pt x="9077" y="9839"/>
                      </a:cubicBezTo>
                      <a:cubicBezTo>
                        <a:pt x="7293" y="5493"/>
                        <a:pt x="4330" y="1935"/>
                        <a:pt x="1054" y="0"/>
                      </a:cubicBezTo>
                      <a:lnTo>
                        <a:pt x="105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13" name="Google Shape;313;p6"/>
            <p:cNvSpPr/>
            <p:nvPr/>
          </p:nvSpPr>
          <p:spPr>
            <a:xfrm>
              <a:off x="-441019" y="2575438"/>
              <a:ext cx="870255" cy="185280"/>
            </a:xfrm>
            <a:custGeom>
              <a:rect b="b" l="l" r="r" t="t"/>
              <a:pathLst>
                <a:path extrusionOk="0" h="28815" w="135343">
                  <a:moveTo>
                    <a:pt x="0" y="28805"/>
                  </a:moveTo>
                  <a:lnTo>
                    <a:pt x="135343" y="28805"/>
                  </a:lnTo>
                  <a:cubicBezTo>
                    <a:pt x="132684" y="19063"/>
                    <a:pt x="121958" y="11927"/>
                    <a:pt x="112001" y="13625"/>
                  </a:cubicBezTo>
                  <a:cubicBezTo>
                    <a:pt x="111903" y="7018"/>
                    <a:pt x="106000" y="1440"/>
                    <a:pt x="99491" y="282"/>
                  </a:cubicBezTo>
                  <a:cubicBezTo>
                    <a:pt x="92983" y="-874"/>
                    <a:pt x="86257" y="1645"/>
                    <a:pt x="80960" y="5602"/>
                  </a:cubicBezTo>
                  <a:cubicBezTo>
                    <a:pt x="74840" y="10165"/>
                    <a:pt x="70201" y="16663"/>
                    <a:pt x="67866" y="23928"/>
                  </a:cubicBezTo>
                  <a:cubicBezTo>
                    <a:pt x="66439" y="21139"/>
                    <a:pt x="63358" y="19279"/>
                    <a:pt x="60233" y="19311"/>
                  </a:cubicBezTo>
                  <a:cubicBezTo>
                    <a:pt x="57098" y="19333"/>
                    <a:pt x="54060" y="21247"/>
                    <a:pt x="52665" y="24047"/>
                  </a:cubicBezTo>
                  <a:cubicBezTo>
                    <a:pt x="45323" y="18814"/>
                    <a:pt x="36036" y="16403"/>
                    <a:pt x="27073" y="17387"/>
                  </a:cubicBezTo>
                  <a:cubicBezTo>
                    <a:pt x="18110" y="18371"/>
                    <a:pt x="6022" y="22112"/>
                    <a:pt x="0" y="288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14" name="Google Shape;314;p6"/>
            <p:cNvGrpSpPr/>
            <p:nvPr/>
          </p:nvGrpSpPr>
          <p:grpSpPr>
            <a:xfrm>
              <a:off x="-189810" y="0"/>
              <a:ext cx="9340611" cy="1135213"/>
              <a:chOff x="-189810" y="0"/>
              <a:chExt cx="9340611" cy="1135213"/>
            </a:xfrm>
          </p:grpSpPr>
          <p:grpSp>
            <p:nvGrpSpPr>
              <p:cNvPr id="315" name="Google Shape;315;p6"/>
              <p:cNvGrpSpPr/>
              <p:nvPr/>
            </p:nvGrpSpPr>
            <p:grpSpPr>
              <a:xfrm>
                <a:off x="25" y="0"/>
                <a:ext cx="9150776" cy="1135213"/>
                <a:chOff x="24" y="0"/>
                <a:chExt cx="9150776" cy="2380400"/>
              </a:xfrm>
            </p:grpSpPr>
            <p:sp>
              <p:nvSpPr>
                <p:cNvPr id="316" name="Google Shape;316;p6"/>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 name="Google Shape;317;p6"/>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 name="Google Shape;318;p6"/>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 name="Google Shape;319;p6"/>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20" name="Google Shape;320;p6"/>
              <p:cNvSpPr/>
              <p:nvPr/>
            </p:nvSpPr>
            <p:spPr>
              <a:xfrm>
                <a:off x="-189810" y="379003"/>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 name="Google Shape;321;p6"/>
              <p:cNvSpPr/>
              <p:nvPr/>
            </p:nvSpPr>
            <p:spPr>
              <a:xfrm>
                <a:off x="8186314" y="388574"/>
                <a:ext cx="572154" cy="104365"/>
              </a:xfrm>
              <a:custGeom>
                <a:rect b="b" l="l" r="r" t="t"/>
                <a:pathLst>
                  <a:path extrusionOk="0" h="16231" w="88982">
                    <a:moveTo>
                      <a:pt x="88982" y="16232"/>
                    </a:moveTo>
                    <a:lnTo>
                      <a:pt x="0" y="16232"/>
                    </a:lnTo>
                    <a:cubicBezTo>
                      <a:pt x="3406" y="7399"/>
                      <a:pt x="9558" y="1127"/>
                      <a:pt x="18975" y="133"/>
                    </a:cubicBezTo>
                    <a:cubicBezTo>
                      <a:pt x="28392" y="-862"/>
                      <a:pt x="38188" y="3798"/>
                      <a:pt x="43356" y="11723"/>
                    </a:cubicBezTo>
                    <a:cubicBezTo>
                      <a:pt x="57660" y="4209"/>
                      <a:pt x="77273" y="5085"/>
                      <a:pt x="88971" y="162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22" name="Google Shape;322;p6"/>
            <p:cNvSpPr/>
            <p:nvPr/>
          </p:nvSpPr>
          <p:spPr>
            <a:xfrm flipH="1">
              <a:off x="8662406" y="3062888"/>
              <a:ext cx="870255" cy="185280"/>
            </a:xfrm>
            <a:custGeom>
              <a:rect b="b" l="l" r="r" t="t"/>
              <a:pathLst>
                <a:path extrusionOk="0" h="28815" w="135343">
                  <a:moveTo>
                    <a:pt x="0" y="28805"/>
                  </a:moveTo>
                  <a:lnTo>
                    <a:pt x="135343" y="28805"/>
                  </a:lnTo>
                  <a:cubicBezTo>
                    <a:pt x="132684" y="19063"/>
                    <a:pt x="121958" y="11927"/>
                    <a:pt x="112001" y="13625"/>
                  </a:cubicBezTo>
                  <a:cubicBezTo>
                    <a:pt x="111903" y="7018"/>
                    <a:pt x="106000" y="1440"/>
                    <a:pt x="99491" y="282"/>
                  </a:cubicBezTo>
                  <a:cubicBezTo>
                    <a:pt x="92983" y="-874"/>
                    <a:pt x="86257" y="1645"/>
                    <a:pt x="80960" y="5602"/>
                  </a:cubicBezTo>
                  <a:cubicBezTo>
                    <a:pt x="74840" y="10165"/>
                    <a:pt x="70201" y="16663"/>
                    <a:pt x="67866" y="23928"/>
                  </a:cubicBezTo>
                  <a:cubicBezTo>
                    <a:pt x="66439" y="21139"/>
                    <a:pt x="63358" y="19279"/>
                    <a:pt x="60233" y="19311"/>
                  </a:cubicBezTo>
                  <a:cubicBezTo>
                    <a:pt x="57098" y="19333"/>
                    <a:pt x="54060" y="21247"/>
                    <a:pt x="52665" y="24047"/>
                  </a:cubicBezTo>
                  <a:cubicBezTo>
                    <a:pt x="45323" y="18814"/>
                    <a:pt x="36036" y="16403"/>
                    <a:pt x="27073" y="17387"/>
                  </a:cubicBezTo>
                  <a:cubicBezTo>
                    <a:pt x="18110" y="18371"/>
                    <a:pt x="6022" y="22112"/>
                    <a:pt x="0" y="288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23" name="Google Shape;323;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4" name="Shape 324"/>
        <p:cNvGrpSpPr/>
        <p:nvPr/>
      </p:nvGrpSpPr>
      <p:grpSpPr>
        <a:xfrm>
          <a:off x="0" y="0"/>
          <a:ext cx="0" cy="0"/>
          <a:chOff x="0" y="0"/>
          <a:chExt cx="0" cy="0"/>
        </a:xfrm>
      </p:grpSpPr>
      <p:grpSp>
        <p:nvGrpSpPr>
          <p:cNvPr id="325" name="Google Shape;325;p7"/>
          <p:cNvGrpSpPr/>
          <p:nvPr/>
        </p:nvGrpSpPr>
        <p:grpSpPr>
          <a:xfrm>
            <a:off x="-189810" y="0"/>
            <a:ext cx="9340611" cy="5143797"/>
            <a:chOff x="-189810" y="0"/>
            <a:chExt cx="9340611" cy="5143797"/>
          </a:xfrm>
        </p:grpSpPr>
        <p:grpSp>
          <p:nvGrpSpPr>
            <p:cNvPr id="326" name="Google Shape;326;p7"/>
            <p:cNvGrpSpPr/>
            <p:nvPr/>
          </p:nvGrpSpPr>
          <p:grpSpPr>
            <a:xfrm>
              <a:off x="-189810" y="0"/>
              <a:ext cx="9340611" cy="5143797"/>
              <a:chOff x="-189810" y="0"/>
              <a:chExt cx="9340611" cy="5143797"/>
            </a:xfrm>
          </p:grpSpPr>
          <p:grpSp>
            <p:nvGrpSpPr>
              <p:cNvPr id="327" name="Google Shape;327;p7"/>
              <p:cNvGrpSpPr/>
              <p:nvPr/>
            </p:nvGrpSpPr>
            <p:grpSpPr>
              <a:xfrm>
                <a:off x="-189810" y="0"/>
                <a:ext cx="9340611" cy="1135213"/>
                <a:chOff x="-189810" y="0"/>
                <a:chExt cx="9340611" cy="1135213"/>
              </a:xfrm>
            </p:grpSpPr>
            <p:grpSp>
              <p:nvGrpSpPr>
                <p:cNvPr id="328" name="Google Shape;328;p7"/>
                <p:cNvGrpSpPr/>
                <p:nvPr/>
              </p:nvGrpSpPr>
              <p:grpSpPr>
                <a:xfrm>
                  <a:off x="25" y="0"/>
                  <a:ext cx="9150776" cy="1135213"/>
                  <a:chOff x="24" y="0"/>
                  <a:chExt cx="9150776" cy="2380400"/>
                </a:xfrm>
              </p:grpSpPr>
              <p:sp>
                <p:nvSpPr>
                  <p:cNvPr id="329" name="Google Shape;329;p7"/>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0" name="Google Shape;330;p7"/>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1" name="Google Shape;331;p7"/>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2" name="Google Shape;332;p7"/>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33" name="Google Shape;333;p7"/>
                <p:cNvSpPr/>
                <p:nvPr/>
              </p:nvSpPr>
              <p:spPr>
                <a:xfrm>
                  <a:off x="-189810" y="379003"/>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34" name="Google Shape;334;p7"/>
              <p:cNvGrpSpPr/>
              <p:nvPr/>
            </p:nvGrpSpPr>
            <p:grpSpPr>
              <a:xfrm>
                <a:off x="43" y="4603847"/>
                <a:ext cx="9144293" cy="539950"/>
                <a:chOff x="43" y="4603847"/>
                <a:chExt cx="9144293" cy="539950"/>
              </a:xfrm>
            </p:grpSpPr>
            <p:grpSp>
              <p:nvGrpSpPr>
                <p:cNvPr id="335" name="Google Shape;335;p7"/>
                <p:cNvGrpSpPr/>
                <p:nvPr/>
              </p:nvGrpSpPr>
              <p:grpSpPr>
                <a:xfrm>
                  <a:off x="43" y="4603847"/>
                  <a:ext cx="9144293" cy="539950"/>
                  <a:chOff x="43" y="4603847"/>
                  <a:chExt cx="9144293" cy="539950"/>
                </a:xfrm>
              </p:grpSpPr>
              <p:sp>
                <p:nvSpPr>
                  <p:cNvPr id="336" name="Google Shape;336;p7"/>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7" name="Google Shape;337;p7"/>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8" name="Google Shape;338;p7"/>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7"/>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7"/>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7"/>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42" name="Google Shape;342;p7"/>
                <p:cNvGrpSpPr/>
                <p:nvPr/>
              </p:nvGrpSpPr>
              <p:grpSpPr>
                <a:xfrm>
                  <a:off x="206231" y="4759958"/>
                  <a:ext cx="339829" cy="252642"/>
                  <a:chOff x="206231" y="4759958"/>
                  <a:chExt cx="339829" cy="252642"/>
                </a:xfrm>
              </p:grpSpPr>
              <p:sp>
                <p:nvSpPr>
                  <p:cNvPr id="343" name="Google Shape;343;p7"/>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4" name="Google Shape;344;p7"/>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45" name="Google Shape;345;p7"/>
                <p:cNvGrpSpPr/>
                <p:nvPr/>
              </p:nvGrpSpPr>
              <p:grpSpPr>
                <a:xfrm>
                  <a:off x="609226" y="4765719"/>
                  <a:ext cx="323828" cy="223114"/>
                  <a:chOff x="609226" y="4765719"/>
                  <a:chExt cx="323828" cy="223114"/>
                </a:xfrm>
              </p:grpSpPr>
              <p:sp>
                <p:nvSpPr>
                  <p:cNvPr id="346" name="Google Shape;346;p7"/>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7" name="Google Shape;347;p7"/>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48" name="Google Shape;348;p7"/>
                <p:cNvGrpSpPr/>
                <p:nvPr/>
              </p:nvGrpSpPr>
              <p:grpSpPr>
                <a:xfrm>
                  <a:off x="1292902" y="4770096"/>
                  <a:ext cx="343944" cy="212303"/>
                  <a:chOff x="1292902" y="4770096"/>
                  <a:chExt cx="343944" cy="212303"/>
                </a:xfrm>
              </p:grpSpPr>
              <p:sp>
                <p:nvSpPr>
                  <p:cNvPr id="349" name="Google Shape;349;p7"/>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0" name="Google Shape;350;p7"/>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1" name="Google Shape;351;p7"/>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52" name="Google Shape;352;p7"/>
                <p:cNvSpPr/>
                <p:nvPr/>
              </p:nvSpPr>
              <p:spPr>
                <a:xfrm>
                  <a:off x="6586305" y="4850202"/>
                  <a:ext cx="295236" cy="133623"/>
                </a:xfrm>
                <a:custGeom>
                  <a:rect b="b" l="l" r="r" t="t"/>
                  <a:pathLst>
                    <a:path extrusionOk="0" h="36609" w="67023">
                      <a:moveTo>
                        <a:pt x="67023" y="0"/>
                      </a:moveTo>
                      <a:cubicBezTo>
                        <a:pt x="43410" y="757"/>
                        <a:pt x="13396" y="17159"/>
                        <a:pt x="0" y="36609"/>
                      </a:cubicBezTo>
                      <a:lnTo>
                        <a:pt x="0" y="36609"/>
                      </a:lnTo>
                      <a:cubicBezTo>
                        <a:pt x="23613" y="35852"/>
                        <a:pt x="53627" y="19451"/>
                        <a:pt x="67023" y="0"/>
                      </a:cubicBezTo>
                      <a:lnTo>
                        <a:pt x="67023" y="0"/>
                      </a:lnTo>
                      <a:lnTo>
                        <a:pt x="6702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53" name="Google Shape;353;p7"/>
                <p:cNvGrpSpPr/>
                <p:nvPr/>
              </p:nvGrpSpPr>
              <p:grpSpPr>
                <a:xfrm>
                  <a:off x="7075836" y="4794866"/>
                  <a:ext cx="436020" cy="179560"/>
                  <a:chOff x="2580036" y="4794866"/>
                  <a:chExt cx="436020" cy="179560"/>
                </a:xfrm>
              </p:grpSpPr>
              <p:sp>
                <p:nvSpPr>
                  <p:cNvPr id="354" name="Google Shape;354;p7"/>
                  <p:cNvSpPr/>
                  <p:nvPr/>
                </p:nvSpPr>
                <p:spPr>
                  <a:xfrm>
                    <a:off x="2580036" y="4828113"/>
                    <a:ext cx="74356" cy="141514"/>
                  </a:xfrm>
                  <a:custGeom>
                    <a:rect b="b" l="l" r="r" t="t"/>
                    <a:pathLst>
                      <a:path extrusionOk="0" h="38771" w="16880">
                        <a:moveTo>
                          <a:pt x="55" y="0"/>
                        </a:moveTo>
                        <a:cubicBezTo>
                          <a:pt x="-723" y="13039"/>
                          <a:pt x="6780" y="30403"/>
                          <a:pt x="16825" y="38772"/>
                        </a:cubicBezTo>
                        <a:lnTo>
                          <a:pt x="16825" y="38772"/>
                        </a:lnTo>
                        <a:cubicBezTo>
                          <a:pt x="17603" y="25733"/>
                          <a:pt x="10100" y="8369"/>
                          <a:pt x="55" y="0"/>
                        </a:cubicBezTo>
                        <a:lnTo>
                          <a:pt x="55" y="0"/>
                        </a:lnTo>
                        <a:cubicBezTo>
                          <a:pt x="55" y="0"/>
                          <a:pt x="55" y="0"/>
                          <a:pt x="55"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5" name="Google Shape;355;p7"/>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6" name="Google Shape;356;p7"/>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7" name="Google Shape;357;p7"/>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58" name="Google Shape;358;p7"/>
                <p:cNvGrpSpPr/>
                <p:nvPr/>
              </p:nvGrpSpPr>
              <p:grpSpPr>
                <a:xfrm>
                  <a:off x="7551053" y="4744852"/>
                  <a:ext cx="328964" cy="214701"/>
                  <a:chOff x="3055253" y="4744852"/>
                  <a:chExt cx="328964" cy="214701"/>
                </a:xfrm>
              </p:grpSpPr>
              <p:sp>
                <p:nvSpPr>
                  <p:cNvPr id="359" name="Google Shape;359;p7"/>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0" name="Google Shape;360;p7"/>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1" name="Google Shape;361;p7"/>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62" name="Google Shape;362;p7"/>
                <p:cNvGrpSpPr/>
                <p:nvPr/>
              </p:nvGrpSpPr>
              <p:grpSpPr>
                <a:xfrm flipH="1">
                  <a:off x="8441825" y="4759958"/>
                  <a:ext cx="339829" cy="252642"/>
                  <a:chOff x="206231" y="4759958"/>
                  <a:chExt cx="339829" cy="252642"/>
                </a:xfrm>
              </p:grpSpPr>
              <p:sp>
                <p:nvSpPr>
                  <p:cNvPr id="363" name="Google Shape;363;p7"/>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4" name="Google Shape;364;p7"/>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65" name="Google Shape;365;p7"/>
                <p:cNvGrpSpPr/>
                <p:nvPr/>
              </p:nvGrpSpPr>
              <p:grpSpPr>
                <a:xfrm flipH="1">
                  <a:off x="8054831" y="4765719"/>
                  <a:ext cx="323828" cy="223114"/>
                  <a:chOff x="609226" y="4765719"/>
                  <a:chExt cx="323828" cy="223114"/>
                </a:xfrm>
              </p:grpSpPr>
              <p:sp>
                <p:nvSpPr>
                  <p:cNvPr id="366" name="Google Shape;366;p7"/>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7" name="Google Shape;367;p7"/>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grpSp>
          <p:nvGrpSpPr>
            <p:cNvPr id="368" name="Google Shape;368;p7"/>
            <p:cNvGrpSpPr/>
            <p:nvPr/>
          </p:nvGrpSpPr>
          <p:grpSpPr>
            <a:xfrm>
              <a:off x="-373" y="3930322"/>
              <a:ext cx="9143821" cy="678320"/>
              <a:chOff x="-373" y="3930322"/>
              <a:chExt cx="9143821" cy="678320"/>
            </a:xfrm>
          </p:grpSpPr>
          <p:grpSp>
            <p:nvGrpSpPr>
              <p:cNvPr id="369" name="Google Shape;369;p7"/>
              <p:cNvGrpSpPr/>
              <p:nvPr/>
            </p:nvGrpSpPr>
            <p:grpSpPr>
              <a:xfrm>
                <a:off x="7084734" y="3930322"/>
                <a:ext cx="2058714" cy="678320"/>
                <a:chOff x="7084734" y="3930322"/>
                <a:chExt cx="2058714" cy="678320"/>
              </a:xfrm>
            </p:grpSpPr>
            <p:sp>
              <p:nvSpPr>
                <p:cNvPr id="370" name="Google Shape;370;p7"/>
                <p:cNvSpPr/>
                <p:nvPr/>
              </p:nvSpPr>
              <p:spPr>
                <a:xfrm>
                  <a:off x="8145620" y="3930322"/>
                  <a:ext cx="997812" cy="678320"/>
                </a:xfrm>
                <a:custGeom>
                  <a:rect b="b" l="l" r="r" t="t"/>
                  <a:pathLst>
                    <a:path extrusionOk="0" h="185841" w="226518">
                      <a:moveTo>
                        <a:pt x="194332" y="1391"/>
                      </a:moveTo>
                      <a:cubicBezTo>
                        <a:pt x="175984" y="5326"/>
                        <a:pt x="158987" y="20452"/>
                        <a:pt x="158219" y="39200"/>
                      </a:cubicBezTo>
                      <a:cubicBezTo>
                        <a:pt x="154435" y="32637"/>
                        <a:pt x="146024" y="29156"/>
                        <a:pt x="138704" y="31113"/>
                      </a:cubicBezTo>
                      <a:cubicBezTo>
                        <a:pt x="131395" y="33080"/>
                        <a:pt x="125860" y="40314"/>
                        <a:pt x="125870" y="47882"/>
                      </a:cubicBezTo>
                      <a:cubicBezTo>
                        <a:pt x="119156" y="35200"/>
                        <a:pt x="102798" y="29102"/>
                        <a:pt x="88958" y="32864"/>
                      </a:cubicBezTo>
                      <a:cubicBezTo>
                        <a:pt x="75119" y="36637"/>
                        <a:pt x="64469" y="49114"/>
                        <a:pt x="61345" y="63116"/>
                      </a:cubicBezTo>
                      <a:cubicBezTo>
                        <a:pt x="58220" y="77117"/>
                        <a:pt x="62091" y="92178"/>
                        <a:pt x="70222" y="104007"/>
                      </a:cubicBezTo>
                      <a:cubicBezTo>
                        <a:pt x="61712" y="101055"/>
                        <a:pt x="51625" y="109780"/>
                        <a:pt x="53312" y="118624"/>
                      </a:cubicBezTo>
                      <a:cubicBezTo>
                        <a:pt x="37180" y="119251"/>
                        <a:pt x="21481" y="127328"/>
                        <a:pt x="11589" y="140086"/>
                      </a:cubicBezTo>
                      <a:cubicBezTo>
                        <a:pt x="1695" y="152855"/>
                        <a:pt x="-2208" y="170067"/>
                        <a:pt x="1220" y="185842"/>
                      </a:cubicBezTo>
                      <a:cubicBezTo>
                        <a:pt x="72730" y="158498"/>
                        <a:pt x="150003" y="148530"/>
                        <a:pt x="226518" y="151914"/>
                      </a:cubicBezTo>
                      <a:lnTo>
                        <a:pt x="226518" y="2212"/>
                      </a:lnTo>
                      <a:cubicBezTo>
                        <a:pt x="215847" y="-166"/>
                        <a:pt x="204959" y="-901"/>
                        <a:pt x="194321" y="1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71" name="Google Shape;371;p7"/>
                <p:cNvGrpSpPr/>
                <p:nvPr/>
              </p:nvGrpSpPr>
              <p:grpSpPr>
                <a:xfrm>
                  <a:off x="7084734" y="4426965"/>
                  <a:ext cx="2058714" cy="179549"/>
                  <a:chOff x="7814590" y="4271587"/>
                  <a:chExt cx="1326491" cy="334731"/>
                </a:xfrm>
              </p:grpSpPr>
              <p:sp>
                <p:nvSpPr>
                  <p:cNvPr id="372" name="Google Shape;372;p7"/>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3" name="Google Shape;373;p7"/>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4" name="Google Shape;374;p7"/>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375" name="Google Shape;375;p7"/>
              <p:cNvGrpSpPr/>
              <p:nvPr/>
            </p:nvGrpSpPr>
            <p:grpSpPr>
              <a:xfrm>
                <a:off x="-373" y="3930322"/>
                <a:ext cx="2058714" cy="678320"/>
                <a:chOff x="-373" y="3930322"/>
                <a:chExt cx="2058714" cy="678320"/>
              </a:xfrm>
            </p:grpSpPr>
            <p:sp>
              <p:nvSpPr>
                <p:cNvPr id="376" name="Google Shape;376;p7"/>
                <p:cNvSpPr/>
                <p:nvPr/>
              </p:nvSpPr>
              <p:spPr>
                <a:xfrm flipH="1">
                  <a:off x="180" y="3930322"/>
                  <a:ext cx="997812" cy="678320"/>
                </a:xfrm>
                <a:custGeom>
                  <a:rect b="b" l="l" r="r" t="t"/>
                  <a:pathLst>
                    <a:path extrusionOk="0" h="185841" w="226518">
                      <a:moveTo>
                        <a:pt x="194332" y="1391"/>
                      </a:moveTo>
                      <a:cubicBezTo>
                        <a:pt x="175984" y="5326"/>
                        <a:pt x="158987" y="20452"/>
                        <a:pt x="158219" y="39200"/>
                      </a:cubicBezTo>
                      <a:cubicBezTo>
                        <a:pt x="154435" y="32637"/>
                        <a:pt x="146024" y="29156"/>
                        <a:pt x="138704" y="31113"/>
                      </a:cubicBezTo>
                      <a:cubicBezTo>
                        <a:pt x="131395" y="33080"/>
                        <a:pt x="125860" y="40314"/>
                        <a:pt x="125870" y="47882"/>
                      </a:cubicBezTo>
                      <a:cubicBezTo>
                        <a:pt x="119156" y="35200"/>
                        <a:pt x="102798" y="29102"/>
                        <a:pt x="88958" y="32864"/>
                      </a:cubicBezTo>
                      <a:cubicBezTo>
                        <a:pt x="75119" y="36637"/>
                        <a:pt x="64469" y="49114"/>
                        <a:pt x="61345" y="63116"/>
                      </a:cubicBezTo>
                      <a:cubicBezTo>
                        <a:pt x="58220" y="77117"/>
                        <a:pt x="62091" y="92178"/>
                        <a:pt x="70222" y="104007"/>
                      </a:cubicBezTo>
                      <a:cubicBezTo>
                        <a:pt x="61712" y="101055"/>
                        <a:pt x="51625" y="109780"/>
                        <a:pt x="53312" y="118624"/>
                      </a:cubicBezTo>
                      <a:cubicBezTo>
                        <a:pt x="37180" y="119251"/>
                        <a:pt x="21481" y="127328"/>
                        <a:pt x="11589" y="140086"/>
                      </a:cubicBezTo>
                      <a:cubicBezTo>
                        <a:pt x="1695" y="152855"/>
                        <a:pt x="-2208" y="170067"/>
                        <a:pt x="1220" y="185842"/>
                      </a:cubicBezTo>
                      <a:cubicBezTo>
                        <a:pt x="72730" y="158498"/>
                        <a:pt x="150003" y="148530"/>
                        <a:pt x="226518" y="151914"/>
                      </a:cubicBezTo>
                      <a:lnTo>
                        <a:pt x="226518" y="2212"/>
                      </a:lnTo>
                      <a:cubicBezTo>
                        <a:pt x="215847" y="-166"/>
                        <a:pt x="204959" y="-901"/>
                        <a:pt x="194321" y="1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77" name="Google Shape;377;p7"/>
                <p:cNvGrpSpPr/>
                <p:nvPr/>
              </p:nvGrpSpPr>
              <p:grpSpPr>
                <a:xfrm flipH="1">
                  <a:off x="-373" y="4426965"/>
                  <a:ext cx="2058714" cy="179549"/>
                  <a:chOff x="7814590" y="4271587"/>
                  <a:chExt cx="1326491" cy="334731"/>
                </a:xfrm>
              </p:grpSpPr>
              <p:sp>
                <p:nvSpPr>
                  <p:cNvPr id="378" name="Google Shape;378;p7"/>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9" name="Google Shape;379;p7"/>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0" name="Google Shape;380;p7"/>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grpSp>
      <p:sp>
        <p:nvSpPr>
          <p:cNvPr id="381" name="Google Shape;381;p7"/>
          <p:cNvSpPr txBox="1"/>
          <p:nvPr>
            <p:ph type="title"/>
          </p:nvPr>
        </p:nvSpPr>
        <p:spPr>
          <a:xfrm>
            <a:off x="4022550" y="1067300"/>
            <a:ext cx="42948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2" name="Google Shape;382;p7"/>
          <p:cNvSpPr txBox="1"/>
          <p:nvPr>
            <p:ph idx="1" type="subTitle"/>
          </p:nvPr>
        </p:nvSpPr>
        <p:spPr>
          <a:xfrm>
            <a:off x="4022550" y="1566400"/>
            <a:ext cx="4294800" cy="250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1000"/>
              </a:spcBef>
              <a:spcAft>
                <a:spcPts val="0"/>
              </a:spcAft>
              <a:buClr>
                <a:srgbClr val="E76A28"/>
              </a:buClr>
              <a:buSzPts val="1200"/>
              <a:buChar char="○"/>
              <a:defRPr/>
            </a:lvl2pPr>
            <a:lvl3pPr lvl="2" rtl="0" algn="ctr">
              <a:lnSpc>
                <a:spcPct val="100000"/>
              </a:lnSpc>
              <a:spcBef>
                <a:spcPts val="1600"/>
              </a:spcBef>
              <a:spcAft>
                <a:spcPts val="0"/>
              </a:spcAft>
              <a:buClr>
                <a:srgbClr val="E76A28"/>
              </a:buClr>
              <a:buSzPts val="1200"/>
              <a:buChar char="■"/>
              <a:defRPr/>
            </a:lvl3pPr>
            <a:lvl4pPr lvl="3" rtl="0" algn="ctr">
              <a:lnSpc>
                <a:spcPct val="100000"/>
              </a:lnSpc>
              <a:spcBef>
                <a:spcPts val="1600"/>
              </a:spcBef>
              <a:spcAft>
                <a:spcPts val="0"/>
              </a:spcAft>
              <a:buClr>
                <a:srgbClr val="E76A28"/>
              </a:buClr>
              <a:buSzPts val="1200"/>
              <a:buChar char="●"/>
              <a:defRPr/>
            </a:lvl4pPr>
            <a:lvl5pPr lvl="4" rtl="0" algn="ctr">
              <a:lnSpc>
                <a:spcPct val="100000"/>
              </a:lnSpc>
              <a:spcBef>
                <a:spcPts val="1600"/>
              </a:spcBef>
              <a:spcAft>
                <a:spcPts val="0"/>
              </a:spcAft>
              <a:buClr>
                <a:srgbClr val="E76A28"/>
              </a:buClr>
              <a:buSzPts val="1200"/>
              <a:buChar char="○"/>
              <a:defRPr/>
            </a:lvl5pPr>
            <a:lvl6pPr lvl="5" rtl="0" algn="ctr">
              <a:lnSpc>
                <a:spcPct val="100000"/>
              </a:lnSpc>
              <a:spcBef>
                <a:spcPts val="1600"/>
              </a:spcBef>
              <a:spcAft>
                <a:spcPts val="0"/>
              </a:spcAft>
              <a:buClr>
                <a:srgbClr val="999999"/>
              </a:buClr>
              <a:buSzPts val="1200"/>
              <a:buChar char="■"/>
              <a:defRPr/>
            </a:lvl6pPr>
            <a:lvl7pPr lvl="6" rtl="0" algn="ctr">
              <a:lnSpc>
                <a:spcPct val="100000"/>
              </a:lnSpc>
              <a:spcBef>
                <a:spcPts val="1600"/>
              </a:spcBef>
              <a:spcAft>
                <a:spcPts val="0"/>
              </a:spcAft>
              <a:buClr>
                <a:srgbClr val="999999"/>
              </a:buClr>
              <a:buSzPts val="1200"/>
              <a:buChar char="●"/>
              <a:defRPr/>
            </a:lvl7pPr>
            <a:lvl8pPr lvl="7" rtl="0" algn="ctr">
              <a:lnSpc>
                <a:spcPct val="100000"/>
              </a:lnSpc>
              <a:spcBef>
                <a:spcPts val="1600"/>
              </a:spcBef>
              <a:spcAft>
                <a:spcPts val="0"/>
              </a:spcAft>
              <a:buClr>
                <a:srgbClr val="999999"/>
              </a:buClr>
              <a:buSzPts val="1200"/>
              <a:buChar char="○"/>
              <a:defRPr/>
            </a:lvl8pPr>
            <a:lvl9pPr lvl="8" rtl="0" algn="ctr">
              <a:lnSpc>
                <a:spcPct val="100000"/>
              </a:lnSpc>
              <a:spcBef>
                <a:spcPts val="1600"/>
              </a:spcBef>
              <a:spcAft>
                <a:spcPts val="1600"/>
              </a:spcAft>
              <a:buClr>
                <a:srgbClr val="999999"/>
              </a:buClr>
              <a:buSzPts val="1200"/>
              <a:buChar char="■"/>
              <a:defRPr/>
            </a:lvl9pPr>
          </a:lstStyle>
          <a:p/>
        </p:txBody>
      </p:sp>
      <p:sp>
        <p:nvSpPr>
          <p:cNvPr id="383" name="Google Shape;383;p7"/>
          <p:cNvSpPr/>
          <p:nvPr>
            <p:ph idx="2" type="pic"/>
          </p:nvPr>
        </p:nvSpPr>
        <p:spPr>
          <a:xfrm>
            <a:off x="713225" y="976475"/>
            <a:ext cx="3156900" cy="3190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4" name="Shape 384"/>
        <p:cNvGrpSpPr/>
        <p:nvPr/>
      </p:nvGrpSpPr>
      <p:grpSpPr>
        <a:xfrm>
          <a:off x="0" y="0"/>
          <a:ext cx="0" cy="0"/>
          <a:chOff x="0" y="0"/>
          <a:chExt cx="0" cy="0"/>
        </a:xfrm>
      </p:grpSpPr>
      <p:grpSp>
        <p:nvGrpSpPr>
          <p:cNvPr id="385" name="Google Shape;385;p8"/>
          <p:cNvGrpSpPr/>
          <p:nvPr/>
        </p:nvGrpSpPr>
        <p:grpSpPr>
          <a:xfrm>
            <a:off x="-1" y="0"/>
            <a:ext cx="9150801" cy="5143797"/>
            <a:chOff x="-1" y="0"/>
            <a:chExt cx="9150801" cy="5143797"/>
          </a:xfrm>
        </p:grpSpPr>
        <p:grpSp>
          <p:nvGrpSpPr>
            <p:cNvPr id="386" name="Google Shape;386;p8"/>
            <p:cNvGrpSpPr/>
            <p:nvPr/>
          </p:nvGrpSpPr>
          <p:grpSpPr>
            <a:xfrm>
              <a:off x="-1" y="3634654"/>
              <a:ext cx="9144337" cy="1509143"/>
              <a:chOff x="-1" y="3634654"/>
              <a:chExt cx="9144337" cy="1509143"/>
            </a:xfrm>
          </p:grpSpPr>
          <p:grpSp>
            <p:nvGrpSpPr>
              <p:cNvPr id="387" name="Google Shape;387;p8"/>
              <p:cNvGrpSpPr/>
              <p:nvPr/>
            </p:nvGrpSpPr>
            <p:grpSpPr>
              <a:xfrm>
                <a:off x="-1" y="3634654"/>
                <a:ext cx="9141082" cy="971959"/>
                <a:chOff x="-1" y="3634654"/>
                <a:chExt cx="9141082" cy="971959"/>
              </a:xfrm>
            </p:grpSpPr>
            <p:grpSp>
              <p:nvGrpSpPr>
                <p:cNvPr id="388" name="Google Shape;388;p8"/>
                <p:cNvGrpSpPr/>
                <p:nvPr/>
              </p:nvGrpSpPr>
              <p:grpSpPr>
                <a:xfrm>
                  <a:off x="-1" y="3834908"/>
                  <a:ext cx="1326491" cy="771410"/>
                  <a:chOff x="-1" y="3834908"/>
                  <a:chExt cx="1326491" cy="771410"/>
                </a:xfrm>
              </p:grpSpPr>
              <p:sp>
                <p:nvSpPr>
                  <p:cNvPr id="389" name="Google Shape;389;p8"/>
                  <p:cNvSpPr/>
                  <p:nvPr/>
                </p:nvSpPr>
                <p:spPr>
                  <a:xfrm flipH="1">
                    <a:off x="180" y="3834908"/>
                    <a:ext cx="997812" cy="678320"/>
                  </a:xfrm>
                  <a:custGeom>
                    <a:rect b="b" l="l" r="r" t="t"/>
                    <a:pathLst>
                      <a:path extrusionOk="0" h="185841" w="226518">
                        <a:moveTo>
                          <a:pt x="194332" y="1391"/>
                        </a:moveTo>
                        <a:cubicBezTo>
                          <a:pt x="175984" y="5326"/>
                          <a:pt x="158987" y="20452"/>
                          <a:pt x="158219" y="39200"/>
                        </a:cubicBezTo>
                        <a:cubicBezTo>
                          <a:pt x="154435" y="32637"/>
                          <a:pt x="146024" y="29156"/>
                          <a:pt x="138704" y="31113"/>
                        </a:cubicBezTo>
                        <a:cubicBezTo>
                          <a:pt x="131395" y="33080"/>
                          <a:pt x="125860" y="40314"/>
                          <a:pt x="125870" y="47882"/>
                        </a:cubicBezTo>
                        <a:cubicBezTo>
                          <a:pt x="119156" y="35200"/>
                          <a:pt x="102798" y="29102"/>
                          <a:pt x="88958" y="32864"/>
                        </a:cubicBezTo>
                        <a:cubicBezTo>
                          <a:pt x="75119" y="36637"/>
                          <a:pt x="64469" y="49114"/>
                          <a:pt x="61345" y="63116"/>
                        </a:cubicBezTo>
                        <a:cubicBezTo>
                          <a:pt x="58220" y="77117"/>
                          <a:pt x="62091" y="92178"/>
                          <a:pt x="70222" y="104007"/>
                        </a:cubicBezTo>
                        <a:cubicBezTo>
                          <a:pt x="61712" y="101055"/>
                          <a:pt x="51625" y="109780"/>
                          <a:pt x="53312" y="118624"/>
                        </a:cubicBezTo>
                        <a:cubicBezTo>
                          <a:pt x="37180" y="119251"/>
                          <a:pt x="21481" y="127328"/>
                          <a:pt x="11589" y="140086"/>
                        </a:cubicBezTo>
                        <a:cubicBezTo>
                          <a:pt x="1695" y="152855"/>
                          <a:pt x="-2208" y="170067"/>
                          <a:pt x="1220" y="185842"/>
                        </a:cubicBezTo>
                        <a:cubicBezTo>
                          <a:pt x="72730" y="158498"/>
                          <a:pt x="150003" y="148530"/>
                          <a:pt x="226518" y="151914"/>
                        </a:cubicBezTo>
                        <a:lnTo>
                          <a:pt x="226518" y="2212"/>
                        </a:lnTo>
                        <a:cubicBezTo>
                          <a:pt x="215847" y="-166"/>
                          <a:pt x="204959" y="-901"/>
                          <a:pt x="194321" y="1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90" name="Google Shape;390;p8"/>
                  <p:cNvGrpSpPr/>
                  <p:nvPr/>
                </p:nvGrpSpPr>
                <p:grpSpPr>
                  <a:xfrm flipH="1">
                    <a:off x="-1" y="4271587"/>
                    <a:ext cx="1326491" cy="334731"/>
                    <a:chOff x="7814590" y="4271587"/>
                    <a:chExt cx="1326491" cy="334731"/>
                  </a:xfrm>
                </p:grpSpPr>
                <p:sp>
                  <p:nvSpPr>
                    <p:cNvPr id="391" name="Google Shape;391;p8"/>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2" name="Google Shape;392;p8"/>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3" name="Google Shape;393;p8"/>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394" name="Google Shape;394;p8"/>
                <p:cNvGrpSpPr/>
                <p:nvPr/>
              </p:nvGrpSpPr>
              <p:grpSpPr>
                <a:xfrm>
                  <a:off x="3383561" y="3634654"/>
                  <a:ext cx="5757520" cy="971959"/>
                  <a:chOff x="3383561" y="3634654"/>
                  <a:chExt cx="5757520" cy="971959"/>
                </a:xfrm>
              </p:grpSpPr>
              <p:sp>
                <p:nvSpPr>
                  <p:cNvPr id="395" name="Google Shape;395;p8"/>
                  <p:cNvSpPr/>
                  <p:nvPr/>
                </p:nvSpPr>
                <p:spPr>
                  <a:xfrm flipH="1">
                    <a:off x="6735390" y="3634654"/>
                    <a:ext cx="1254258" cy="629767"/>
                  </a:xfrm>
                  <a:custGeom>
                    <a:rect b="b" l="l" r="r" t="t"/>
                    <a:pathLst>
                      <a:path extrusionOk="0" h="172539" w="284735">
                        <a:moveTo>
                          <a:pt x="7229" y="111178"/>
                        </a:moveTo>
                        <a:cubicBezTo>
                          <a:pt x="18073" y="92128"/>
                          <a:pt x="40929" y="80667"/>
                          <a:pt x="62683" y="83380"/>
                        </a:cubicBezTo>
                        <a:cubicBezTo>
                          <a:pt x="62207" y="72406"/>
                          <a:pt x="76922" y="64265"/>
                          <a:pt x="85961" y="70504"/>
                        </a:cubicBezTo>
                        <a:cubicBezTo>
                          <a:pt x="80706" y="53442"/>
                          <a:pt x="91259" y="33148"/>
                          <a:pt x="108244" y="27645"/>
                        </a:cubicBezTo>
                        <a:cubicBezTo>
                          <a:pt x="125230" y="22153"/>
                          <a:pt x="145675" y="32413"/>
                          <a:pt x="151405" y="49323"/>
                        </a:cubicBezTo>
                        <a:cubicBezTo>
                          <a:pt x="157244" y="39322"/>
                          <a:pt x="173473" y="37863"/>
                          <a:pt x="180998" y="46653"/>
                        </a:cubicBezTo>
                        <a:cubicBezTo>
                          <a:pt x="184036" y="17266"/>
                          <a:pt x="216061" y="-5548"/>
                          <a:pt x="244831" y="1188"/>
                        </a:cubicBezTo>
                        <a:cubicBezTo>
                          <a:pt x="273602" y="7924"/>
                          <a:pt x="292177" y="42576"/>
                          <a:pt x="281851" y="70255"/>
                        </a:cubicBezTo>
                        <a:cubicBezTo>
                          <a:pt x="280522" y="73834"/>
                          <a:pt x="252551" y="79380"/>
                          <a:pt x="248053" y="80862"/>
                        </a:cubicBezTo>
                        <a:cubicBezTo>
                          <a:pt x="236030" y="84808"/>
                          <a:pt x="224062" y="88916"/>
                          <a:pt x="212158" y="93187"/>
                        </a:cubicBezTo>
                        <a:cubicBezTo>
                          <a:pt x="188339" y="101728"/>
                          <a:pt x="164758" y="110929"/>
                          <a:pt x="141448" y="120768"/>
                        </a:cubicBezTo>
                        <a:cubicBezTo>
                          <a:pt x="118137" y="130607"/>
                          <a:pt x="95097" y="141084"/>
                          <a:pt x="72360" y="152199"/>
                        </a:cubicBezTo>
                        <a:cubicBezTo>
                          <a:pt x="57180" y="159615"/>
                          <a:pt x="33696" y="178590"/>
                          <a:pt x="15835" y="170622"/>
                        </a:cubicBezTo>
                        <a:cubicBezTo>
                          <a:pt x="-5346" y="161172"/>
                          <a:pt x="-2102" y="127569"/>
                          <a:pt x="7229" y="11118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6" name="Google Shape;396;p8"/>
                  <p:cNvSpPr/>
                  <p:nvPr/>
                </p:nvSpPr>
                <p:spPr>
                  <a:xfrm flipH="1">
                    <a:off x="3766253" y="3788189"/>
                    <a:ext cx="2420451" cy="680926"/>
                  </a:xfrm>
                  <a:custGeom>
                    <a:rect b="b" l="l" r="r" t="t"/>
                    <a:pathLst>
                      <a:path extrusionOk="0" h="186555" w="549478">
                        <a:moveTo>
                          <a:pt x="0" y="42978"/>
                        </a:moveTo>
                        <a:cubicBezTo>
                          <a:pt x="6076" y="26545"/>
                          <a:pt x="21808" y="14111"/>
                          <a:pt x="39204" y="12002"/>
                        </a:cubicBezTo>
                        <a:cubicBezTo>
                          <a:pt x="56600" y="9894"/>
                          <a:pt x="74851" y="18209"/>
                          <a:pt x="84679" y="32707"/>
                        </a:cubicBezTo>
                        <a:cubicBezTo>
                          <a:pt x="90474" y="25236"/>
                          <a:pt x="105124" y="30231"/>
                          <a:pt x="105157" y="39691"/>
                        </a:cubicBezTo>
                        <a:cubicBezTo>
                          <a:pt x="112292" y="31929"/>
                          <a:pt x="124110" y="28869"/>
                          <a:pt x="134111" y="32199"/>
                        </a:cubicBezTo>
                        <a:cubicBezTo>
                          <a:pt x="144112" y="35518"/>
                          <a:pt x="151756" y="45054"/>
                          <a:pt x="152815" y="55531"/>
                        </a:cubicBezTo>
                        <a:cubicBezTo>
                          <a:pt x="155227" y="24825"/>
                          <a:pt x="184581" y="-1221"/>
                          <a:pt x="215363" y="44"/>
                        </a:cubicBezTo>
                        <a:cubicBezTo>
                          <a:pt x="246133" y="1309"/>
                          <a:pt x="273260" y="29680"/>
                          <a:pt x="273131" y="60483"/>
                        </a:cubicBezTo>
                        <a:cubicBezTo>
                          <a:pt x="277434" y="56720"/>
                          <a:pt x="284851" y="57434"/>
                          <a:pt x="288375" y="61932"/>
                        </a:cubicBezTo>
                        <a:cubicBezTo>
                          <a:pt x="291889" y="66429"/>
                          <a:pt x="290776" y="73803"/>
                          <a:pt x="286094" y="77069"/>
                        </a:cubicBezTo>
                        <a:cubicBezTo>
                          <a:pt x="297803" y="78334"/>
                          <a:pt x="308561" y="86302"/>
                          <a:pt x="313167" y="97146"/>
                        </a:cubicBezTo>
                        <a:cubicBezTo>
                          <a:pt x="317773" y="107991"/>
                          <a:pt x="316043" y="121268"/>
                          <a:pt x="308821" y="130577"/>
                        </a:cubicBezTo>
                        <a:cubicBezTo>
                          <a:pt x="322022" y="114445"/>
                          <a:pt x="346781" y="111818"/>
                          <a:pt x="365627" y="120716"/>
                        </a:cubicBezTo>
                        <a:cubicBezTo>
                          <a:pt x="370946" y="105990"/>
                          <a:pt x="380125" y="92237"/>
                          <a:pt x="393359" y="83880"/>
                        </a:cubicBezTo>
                        <a:cubicBezTo>
                          <a:pt x="406593" y="75522"/>
                          <a:pt x="424184" y="73295"/>
                          <a:pt x="438110" y="80453"/>
                        </a:cubicBezTo>
                        <a:cubicBezTo>
                          <a:pt x="452035" y="87610"/>
                          <a:pt x="460642" y="104974"/>
                          <a:pt x="455712" y="119830"/>
                        </a:cubicBezTo>
                        <a:cubicBezTo>
                          <a:pt x="459290" y="113721"/>
                          <a:pt x="467518" y="110834"/>
                          <a:pt x="474124" y="113342"/>
                        </a:cubicBezTo>
                        <a:cubicBezTo>
                          <a:pt x="480741" y="115862"/>
                          <a:pt x="484958" y="123495"/>
                          <a:pt x="483574" y="130426"/>
                        </a:cubicBezTo>
                        <a:cubicBezTo>
                          <a:pt x="496472" y="118186"/>
                          <a:pt x="518096" y="116489"/>
                          <a:pt x="532747" y="126576"/>
                        </a:cubicBezTo>
                        <a:cubicBezTo>
                          <a:pt x="547396" y="136664"/>
                          <a:pt x="553527" y="157466"/>
                          <a:pt x="546683" y="173889"/>
                        </a:cubicBezTo>
                        <a:cubicBezTo>
                          <a:pt x="477249" y="182906"/>
                          <a:pt x="405404" y="189350"/>
                          <a:pt x="335494" y="185339"/>
                        </a:cubicBezTo>
                        <a:cubicBezTo>
                          <a:pt x="213319" y="178344"/>
                          <a:pt x="92918" y="122597"/>
                          <a:pt x="0" y="429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97" name="Google Shape;397;p8"/>
                  <p:cNvGrpSpPr/>
                  <p:nvPr/>
                </p:nvGrpSpPr>
                <p:grpSpPr>
                  <a:xfrm flipH="1">
                    <a:off x="3383561" y="3744257"/>
                    <a:ext cx="5757520" cy="862356"/>
                    <a:chOff x="-1" y="3744257"/>
                    <a:chExt cx="5757520" cy="862356"/>
                  </a:xfrm>
                </p:grpSpPr>
                <p:sp>
                  <p:nvSpPr>
                    <p:cNvPr id="398" name="Google Shape;398;p8"/>
                    <p:cNvSpPr/>
                    <p:nvPr/>
                  </p:nvSpPr>
                  <p:spPr>
                    <a:xfrm>
                      <a:off x="-1" y="3924389"/>
                      <a:ext cx="5151374" cy="682083"/>
                    </a:xfrm>
                    <a:custGeom>
                      <a:rect b="b" l="l" r="r" t="t"/>
                      <a:pathLst>
                        <a:path extrusionOk="0" h="186872" w="1169438">
                          <a:moveTo>
                            <a:pt x="1073559" y="155615"/>
                          </a:moveTo>
                          <a:cubicBezTo>
                            <a:pt x="1047815" y="155962"/>
                            <a:pt x="1022180" y="158643"/>
                            <a:pt x="996664" y="161875"/>
                          </a:cubicBezTo>
                          <a:cubicBezTo>
                            <a:pt x="973332" y="164827"/>
                            <a:pt x="949654" y="165141"/>
                            <a:pt x="926117" y="162730"/>
                          </a:cubicBezTo>
                          <a:cubicBezTo>
                            <a:pt x="787962" y="148609"/>
                            <a:pt x="683724" y="17482"/>
                            <a:pt x="545753" y="1654"/>
                          </a:cubicBezTo>
                          <a:cubicBezTo>
                            <a:pt x="493899" y="-4293"/>
                            <a:pt x="450100" y="5708"/>
                            <a:pt x="405274" y="33127"/>
                          </a:cubicBezTo>
                          <a:cubicBezTo>
                            <a:pt x="369065" y="55281"/>
                            <a:pt x="336683" y="83295"/>
                            <a:pt x="300301" y="105178"/>
                          </a:cubicBezTo>
                          <a:cubicBezTo>
                            <a:pt x="243322" y="139473"/>
                            <a:pt x="176948" y="157984"/>
                            <a:pt x="110444" y="158146"/>
                          </a:cubicBezTo>
                          <a:cubicBezTo>
                            <a:pt x="73067" y="158232"/>
                            <a:pt x="35701" y="152523"/>
                            <a:pt x="0" y="141474"/>
                          </a:cubicBezTo>
                          <a:lnTo>
                            <a:pt x="0" y="186873"/>
                          </a:lnTo>
                          <a:lnTo>
                            <a:pt x="1169439" y="186873"/>
                          </a:lnTo>
                          <a:cubicBezTo>
                            <a:pt x="1154832" y="175909"/>
                            <a:pt x="1139663" y="166157"/>
                            <a:pt x="1122245" y="160892"/>
                          </a:cubicBezTo>
                          <a:cubicBezTo>
                            <a:pt x="1106557" y="156145"/>
                            <a:pt x="1089950" y="155388"/>
                            <a:pt x="1073559" y="15560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9" name="Google Shape;399;p8"/>
                    <p:cNvSpPr/>
                    <p:nvPr/>
                  </p:nvSpPr>
                  <p:spPr>
                    <a:xfrm>
                      <a:off x="-1" y="3924389"/>
                      <a:ext cx="5151374" cy="682083"/>
                    </a:xfrm>
                    <a:custGeom>
                      <a:rect b="b" l="l" r="r" t="t"/>
                      <a:pathLst>
                        <a:path extrusionOk="0" h="186872" w="1169438">
                          <a:moveTo>
                            <a:pt x="1073559" y="155615"/>
                          </a:moveTo>
                          <a:cubicBezTo>
                            <a:pt x="1047815" y="155962"/>
                            <a:pt x="1022180" y="158643"/>
                            <a:pt x="996664" y="161875"/>
                          </a:cubicBezTo>
                          <a:cubicBezTo>
                            <a:pt x="973332" y="164827"/>
                            <a:pt x="949654" y="165141"/>
                            <a:pt x="926117" y="162730"/>
                          </a:cubicBezTo>
                          <a:cubicBezTo>
                            <a:pt x="787962" y="148609"/>
                            <a:pt x="683724" y="17482"/>
                            <a:pt x="545753" y="1654"/>
                          </a:cubicBezTo>
                          <a:cubicBezTo>
                            <a:pt x="493899" y="-4293"/>
                            <a:pt x="450100" y="5708"/>
                            <a:pt x="405274" y="33127"/>
                          </a:cubicBezTo>
                          <a:cubicBezTo>
                            <a:pt x="369065" y="55281"/>
                            <a:pt x="336683" y="83295"/>
                            <a:pt x="300301" y="105178"/>
                          </a:cubicBezTo>
                          <a:cubicBezTo>
                            <a:pt x="243322" y="139473"/>
                            <a:pt x="176948" y="157984"/>
                            <a:pt x="110444" y="158146"/>
                          </a:cubicBezTo>
                          <a:cubicBezTo>
                            <a:pt x="73067" y="158232"/>
                            <a:pt x="35701" y="152523"/>
                            <a:pt x="0" y="141474"/>
                          </a:cubicBezTo>
                          <a:lnTo>
                            <a:pt x="0" y="186873"/>
                          </a:lnTo>
                          <a:lnTo>
                            <a:pt x="1169439" y="186873"/>
                          </a:lnTo>
                          <a:cubicBezTo>
                            <a:pt x="1154832" y="175909"/>
                            <a:pt x="1139663" y="166157"/>
                            <a:pt x="1122245" y="160892"/>
                          </a:cubicBezTo>
                          <a:cubicBezTo>
                            <a:pt x="1106557" y="156145"/>
                            <a:pt x="1089950" y="155388"/>
                            <a:pt x="1073559" y="155605"/>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0" name="Google Shape;400;p8"/>
                    <p:cNvSpPr/>
                    <p:nvPr/>
                  </p:nvSpPr>
                  <p:spPr>
                    <a:xfrm>
                      <a:off x="48" y="3744257"/>
                      <a:ext cx="5757472" cy="862356"/>
                    </a:xfrm>
                    <a:custGeom>
                      <a:rect b="b" l="l" r="r" t="t"/>
                      <a:pathLst>
                        <a:path extrusionOk="0" h="236262" w="1307031">
                          <a:moveTo>
                            <a:pt x="1109130" y="157584"/>
                          </a:moveTo>
                          <a:cubicBezTo>
                            <a:pt x="1073159" y="160493"/>
                            <a:pt x="1038117" y="171456"/>
                            <a:pt x="1002081" y="173240"/>
                          </a:cubicBezTo>
                          <a:cubicBezTo>
                            <a:pt x="832907" y="181619"/>
                            <a:pt x="702126" y="-7449"/>
                            <a:pt x="532919" y="228"/>
                          </a:cubicBezTo>
                          <a:cubicBezTo>
                            <a:pt x="403771" y="6088"/>
                            <a:pt x="305912" y="124975"/>
                            <a:pt x="179294" y="151086"/>
                          </a:cubicBezTo>
                          <a:cubicBezTo>
                            <a:pt x="118596" y="163606"/>
                            <a:pt x="53865" y="151951"/>
                            <a:pt x="0" y="121505"/>
                          </a:cubicBezTo>
                          <a:lnTo>
                            <a:pt x="0" y="190853"/>
                          </a:lnTo>
                          <a:cubicBezTo>
                            <a:pt x="35701" y="201913"/>
                            <a:pt x="73067" y="207622"/>
                            <a:pt x="110444" y="207525"/>
                          </a:cubicBezTo>
                          <a:cubicBezTo>
                            <a:pt x="176948" y="207362"/>
                            <a:pt x="243311" y="188852"/>
                            <a:pt x="300301" y="154557"/>
                          </a:cubicBezTo>
                          <a:cubicBezTo>
                            <a:pt x="336672" y="132663"/>
                            <a:pt x="369054" y="104660"/>
                            <a:pt x="405274" y="82506"/>
                          </a:cubicBezTo>
                          <a:cubicBezTo>
                            <a:pt x="450089" y="55087"/>
                            <a:pt x="493889" y="45086"/>
                            <a:pt x="545753" y="51033"/>
                          </a:cubicBezTo>
                          <a:cubicBezTo>
                            <a:pt x="683713" y="66861"/>
                            <a:pt x="787962" y="197988"/>
                            <a:pt x="926117" y="212109"/>
                          </a:cubicBezTo>
                          <a:cubicBezTo>
                            <a:pt x="949654" y="214520"/>
                            <a:pt x="973332" y="214206"/>
                            <a:pt x="996664" y="211254"/>
                          </a:cubicBezTo>
                          <a:cubicBezTo>
                            <a:pt x="1022180" y="208032"/>
                            <a:pt x="1047815" y="205341"/>
                            <a:pt x="1073559" y="204994"/>
                          </a:cubicBezTo>
                          <a:cubicBezTo>
                            <a:pt x="1089950" y="204778"/>
                            <a:pt x="1106557" y="205535"/>
                            <a:pt x="1122245" y="210281"/>
                          </a:cubicBezTo>
                          <a:cubicBezTo>
                            <a:pt x="1139674" y="215547"/>
                            <a:pt x="1154843" y="225288"/>
                            <a:pt x="1169439" y="236263"/>
                          </a:cubicBezTo>
                          <a:lnTo>
                            <a:pt x="1307031" y="236263"/>
                          </a:lnTo>
                          <a:cubicBezTo>
                            <a:pt x="1257653" y="181878"/>
                            <a:pt x="1182435" y="151670"/>
                            <a:pt x="1109130" y="15759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grpSp>
            <p:nvGrpSpPr>
              <p:cNvPr id="401" name="Google Shape;401;p8"/>
              <p:cNvGrpSpPr/>
              <p:nvPr/>
            </p:nvGrpSpPr>
            <p:grpSpPr>
              <a:xfrm>
                <a:off x="43" y="4603847"/>
                <a:ext cx="9144293" cy="539950"/>
                <a:chOff x="43" y="4603847"/>
                <a:chExt cx="9144293" cy="539950"/>
              </a:xfrm>
            </p:grpSpPr>
            <p:sp>
              <p:nvSpPr>
                <p:cNvPr id="402" name="Google Shape;402;p8"/>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3" name="Google Shape;403;p8"/>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4" name="Google Shape;404;p8"/>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5" name="Google Shape;405;p8"/>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6" name="Google Shape;406;p8"/>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7" name="Google Shape;407;p8"/>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08" name="Google Shape;408;p8"/>
                <p:cNvGrpSpPr/>
                <p:nvPr/>
              </p:nvGrpSpPr>
              <p:grpSpPr>
                <a:xfrm>
                  <a:off x="206231" y="4759958"/>
                  <a:ext cx="339829" cy="252642"/>
                  <a:chOff x="206231" y="4759958"/>
                  <a:chExt cx="339829" cy="252642"/>
                </a:xfrm>
              </p:grpSpPr>
              <p:sp>
                <p:nvSpPr>
                  <p:cNvPr id="409" name="Google Shape;409;p8"/>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0" name="Google Shape;410;p8"/>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11" name="Google Shape;411;p8"/>
                <p:cNvGrpSpPr/>
                <p:nvPr/>
              </p:nvGrpSpPr>
              <p:grpSpPr>
                <a:xfrm>
                  <a:off x="609226" y="4765719"/>
                  <a:ext cx="323828" cy="223114"/>
                  <a:chOff x="609226" y="4765719"/>
                  <a:chExt cx="323828" cy="223114"/>
                </a:xfrm>
              </p:grpSpPr>
              <p:sp>
                <p:nvSpPr>
                  <p:cNvPr id="412" name="Google Shape;412;p8"/>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3" name="Google Shape;413;p8"/>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14" name="Google Shape;414;p8"/>
                <p:cNvGrpSpPr/>
                <p:nvPr/>
              </p:nvGrpSpPr>
              <p:grpSpPr>
                <a:xfrm>
                  <a:off x="1292902" y="4770096"/>
                  <a:ext cx="343944" cy="212303"/>
                  <a:chOff x="1292902" y="4770096"/>
                  <a:chExt cx="343944" cy="212303"/>
                </a:xfrm>
              </p:grpSpPr>
              <p:sp>
                <p:nvSpPr>
                  <p:cNvPr id="415" name="Google Shape;415;p8"/>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6" name="Google Shape;416;p8"/>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7" name="Google Shape;417;p8"/>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18" name="Google Shape;418;p8"/>
                <p:cNvGrpSpPr/>
                <p:nvPr/>
              </p:nvGrpSpPr>
              <p:grpSpPr>
                <a:xfrm>
                  <a:off x="7907471" y="4759958"/>
                  <a:ext cx="339829" cy="252642"/>
                  <a:chOff x="7907471" y="4759958"/>
                  <a:chExt cx="339829" cy="252642"/>
                </a:xfrm>
              </p:grpSpPr>
              <p:sp>
                <p:nvSpPr>
                  <p:cNvPr id="419" name="Google Shape;419;p8"/>
                  <p:cNvSpPr/>
                  <p:nvPr/>
                </p:nvSpPr>
                <p:spPr>
                  <a:xfrm>
                    <a:off x="7980286" y="4766784"/>
                    <a:ext cx="267013" cy="245817"/>
                  </a:xfrm>
                  <a:custGeom>
                    <a:rect b="b" l="l" r="r" t="t"/>
                    <a:pathLst>
                      <a:path extrusionOk="0" h="67347" w="60616">
                        <a:moveTo>
                          <a:pt x="60606" y="0"/>
                        </a:moveTo>
                        <a:cubicBezTo>
                          <a:pt x="53546" y="638"/>
                          <a:pt x="45923" y="3005"/>
                          <a:pt x="38604" y="6973"/>
                        </a:cubicBezTo>
                        <a:cubicBezTo>
                          <a:pt x="31284" y="10920"/>
                          <a:pt x="24289" y="16434"/>
                          <a:pt x="18407" y="22975"/>
                        </a:cubicBezTo>
                        <a:cubicBezTo>
                          <a:pt x="12525"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0" name="Google Shape;420;p8"/>
                  <p:cNvSpPr/>
                  <p:nvPr/>
                </p:nvSpPr>
                <p:spPr>
                  <a:xfrm>
                    <a:off x="7907471" y="4759958"/>
                    <a:ext cx="124824" cy="239977"/>
                  </a:xfrm>
                  <a:custGeom>
                    <a:rect b="b" l="l" r="r" t="t"/>
                    <a:pathLst>
                      <a:path extrusionOk="0" h="65747" w="28337">
                        <a:moveTo>
                          <a:pt x="0" y="11"/>
                        </a:moveTo>
                        <a:cubicBezTo>
                          <a:pt x="1633" y="10952"/>
                          <a:pt x="5482" y="22683"/>
                          <a:pt x="9990" y="34101"/>
                        </a:cubicBezTo>
                        <a:cubicBezTo>
                          <a:pt x="14553" y="45507"/>
                          <a:pt x="19808"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21" name="Google Shape;421;p8"/>
                <p:cNvGrpSpPr/>
                <p:nvPr/>
              </p:nvGrpSpPr>
              <p:grpSpPr>
                <a:xfrm>
                  <a:off x="8310466" y="4765719"/>
                  <a:ext cx="323832" cy="223114"/>
                  <a:chOff x="8310466" y="4765719"/>
                  <a:chExt cx="323832" cy="223114"/>
                </a:xfrm>
              </p:grpSpPr>
              <p:sp>
                <p:nvSpPr>
                  <p:cNvPr id="422" name="Google Shape;422;p8"/>
                  <p:cNvSpPr/>
                  <p:nvPr/>
                </p:nvSpPr>
                <p:spPr>
                  <a:xfrm>
                    <a:off x="8310466" y="4765719"/>
                    <a:ext cx="146206" cy="203907"/>
                  </a:xfrm>
                  <a:custGeom>
                    <a:rect b="b" l="l" r="r" t="t"/>
                    <a:pathLst>
                      <a:path extrusionOk="0" h="55865" w="33191">
                        <a:moveTo>
                          <a:pt x="33191" y="11"/>
                        </a:moveTo>
                        <a:cubicBezTo>
                          <a:pt x="28413" y="1654"/>
                          <a:pt x="23526" y="4184"/>
                          <a:pt x="18866" y="7720"/>
                        </a:cubicBezTo>
                        <a:cubicBezTo>
                          <a:pt x="14217" y="11244"/>
                          <a:pt x="9784" y="15829"/>
                          <a:pt x="6356" y="21310"/>
                        </a:cubicBezTo>
                        <a:cubicBezTo>
                          <a:pt x="2929" y="26803"/>
                          <a:pt x="658" y="33160"/>
                          <a:pt x="128" y="39377"/>
                        </a:cubicBezTo>
                        <a:cubicBezTo>
                          <a:pt x="-434" y="45594"/>
                          <a:pt x="875" y="51584"/>
                          <a:pt x="3556" y="55865"/>
                        </a:cubicBezTo>
                        <a:lnTo>
                          <a:pt x="3556" y="55865"/>
                        </a:lnTo>
                        <a:cubicBezTo>
                          <a:pt x="7286" y="46470"/>
                          <a:pt x="12281" y="37658"/>
                          <a:pt x="17958" y="28543"/>
                        </a:cubicBezTo>
                        <a:cubicBezTo>
                          <a:pt x="20801" y="23981"/>
                          <a:pt x="23807" y="19310"/>
                          <a:pt x="26532"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3" name="Google Shape;423;p8"/>
                  <p:cNvSpPr/>
                  <p:nvPr/>
                </p:nvSpPr>
                <p:spPr>
                  <a:xfrm>
                    <a:off x="8366831"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2" y="40876"/>
                          <a:pt x="97" y="47958"/>
                          <a:pt x="0" y="54380"/>
                        </a:cubicBezTo>
                        <a:lnTo>
                          <a:pt x="0" y="54380"/>
                        </a:lnTo>
                        <a:cubicBezTo>
                          <a:pt x="10466" y="46855"/>
                          <a:pt x="20856" y="37557"/>
                          <a:pt x="31268" y="28302"/>
                        </a:cubicBezTo>
                        <a:cubicBezTo>
                          <a:pt x="41636"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24" name="Google Shape;424;p8"/>
                <p:cNvGrpSpPr/>
                <p:nvPr/>
              </p:nvGrpSpPr>
              <p:grpSpPr>
                <a:xfrm>
                  <a:off x="8769488" y="4770096"/>
                  <a:ext cx="343944" cy="212303"/>
                  <a:chOff x="8769488" y="4770096"/>
                  <a:chExt cx="343944" cy="212303"/>
                </a:xfrm>
              </p:grpSpPr>
              <p:sp>
                <p:nvSpPr>
                  <p:cNvPr id="425" name="Google Shape;425;p8"/>
                  <p:cNvSpPr/>
                  <p:nvPr/>
                </p:nvSpPr>
                <p:spPr>
                  <a:xfrm>
                    <a:off x="8769488"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8"/>
                  <p:cNvSpPr/>
                  <p:nvPr/>
                </p:nvSpPr>
                <p:spPr>
                  <a:xfrm>
                    <a:off x="8895286" y="4798061"/>
                    <a:ext cx="48385" cy="165666"/>
                  </a:xfrm>
                  <a:custGeom>
                    <a:rect b="b" l="l" r="r" t="t"/>
                    <a:pathLst>
                      <a:path extrusionOk="0" h="45388" w="10984">
                        <a:moveTo>
                          <a:pt x="4546" y="0"/>
                        </a:moveTo>
                        <a:cubicBezTo>
                          <a:pt x="2827" y="6984"/>
                          <a:pt x="1919" y="14780"/>
                          <a:pt x="1141" y="22575"/>
                        </a:cubicBezTo>
                        <a:cubicBezTo>
                          <a:pt x="395" y="30371"/>
                          <a:pt x="-244" y="38198"/>
                          <a:pt x="92" y="45388"/>
                        </a:cubicBezTo>
                        <a:lnTo>
                          <a:pt x="92" y="45388"/>
                        </a:lnTo>
                        <a:cubicBezTo>
                          <a:pt x="5681" y="40901"/>
                          <a:pt x="9963" y="32479"/>
                          <a:pt x="10796" y="23526"/>
                        </a:cubicBezTo>
                        <a:cubicBezTo>
                          <a:pt x="11726"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7" name="Google Shape;427;p8"/>
                  <p:cNvSpPr/>
                  <p:nvPr/>
                </p:nvSpPr>
                <p:spPr>
                  <a:xfrm>
                    <a:off x="8914969" y="4787570"/>
                    <a:ext cx="198463" cy="194830"/>
                  </a:xfrm>
                  <a:custGeom>
                    <a:rect b="b" l="l" r="r" t="t"/>
                    <a:pathLst>
                      <a:path extrusionOk="0" h="53378" w="45054">
                        <a:moveTo>
                          <a:pt x="45054" y="0"/>
                        </a:moveTo>
                        <a:cubicBezTo>
                          <a:pt x="39583" y="346"/>
                          <a:pt x="33605"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28" name="Google Shape;428;p8"/>
                <p:cNvGrpSpPr/>
                <p:nvPr/>
              </p:nvGrpSpPr>
              <p:grpSpPr>
                <a:xfrm>
                  <a:off x="4344901" y="4806225"/>
                  <a:ext cx="237616" cy="159509"/>
                  <a:chOff x="4344901" y="4806225"/>
                  <a:chExt cx="237616" cy="159509"/>
                </a:xfrm>
              </p:grpSpPr>
              <p:sp>
                <p:nvSpPr>
                  <p:cNvPr id="429" name="Google Shape;429;p8"/>
                  <p:cNvSpPr/>
                  <p:nvPr/>
                </p:nvSpPr>
                <p:spPr>
                  <a:xfrm>
                    <a:off x="4344901" y="4806225"/>
                    <a:ext cx="125419" cy="159509"/>
                  </a:xfrm>
                  <a:custGeom>
                    <a:rect b="b" l="l" r="r" t="t"/>
                    <a:pathLst>
                      <a:path extrusionOk="0" h="43701" w="28472">
                        <a:moveTo>
                          <a:pt x="28472" y="0"/>
                        </a:moveTo>
                        <a:cubicBezTo>
                          <a:pt x="20688" y="2292"/>
                          <a:pt x="12535" y="8768"/>
                          <a:pt x="7151" y="17191"/>
                        </a:cubicBezTo>
                        <a:cubicBezTo>
                          <a:pt x="1691" y="25570"/>
                          <a:pt x="-850" y="35658"/>
                          <a:pt x="253" y="43702"/>
                        </a:cubicBezTo>
                        <a:lnTo>
                          <a:pt x="253" y="43702"/>
                        </a:lnTo>
                        <a:cubicBezTo>
                          <a:pt x="6092" y="38037"/>
                          <a:pt x="11465" y="30727"/>
                          <a:pt x="16374" y="23159"/>
                        </a:cubicBezTo>
                        <a:cubicBezTo>
                          <a:pt x="21250" y="15569"/>
                          <a:pt x="25715" y="7665"/>
                          <a:pt x="28472" y="11"/>
                        </a:cubicBezTo>
                        <a:lnTo>
                          <a:pt x="28472" y="11"/>
                        </a:lnTo>
                        <a:cubicBezTo>
                          <a:pt x="28472" y="11"/>
                          <a:pt x="28472" y="11"/>
                          <a:pt x="28472" y="1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0" name="Google Shape;430;p8"/>
                  <p:cNvSpPr/>
                  <p:nvPr/>
                </p:nvSpPr>
                <p:spPr>
                  <a:xfrm>
                    <a:off x="4372914" y="4811471"/>
                    <a:ext cx="209603" cy="144277"/>
                  </a:xfrm>
                  <a:custGeom>
                    <a:rect b="b" l="l" r="r" t="t"/>
                    <a:pathLst>
                      <a:path extrusionOk="0" h="39528" w="47583">
                        <a:moveTo>
                          <a:pt x="47583" y="0"/>
                        </a:moveTo>
                        <a:cubicBezTo>
                          <a:pt x="37950" y="87"/>
                          <a:pt x="26576" y="4649"/>
                          <a:pt x="17526" y="12217"/>
                        </a:cubicBezTo>
                        <a:cubicBezTo>
                          <a:pt x="8423" y="19732"/>
                          <a:pt x="1849" y="30079"/>
                          <a:pt x="0" y="39528"/>
                        </a:cubicBezTo>
                        <a:lnTo>
                          <a:pt x="0" y="39528"/>
                        </a:lnTo>
                        <a:cubicBezTo>
                          <a:pt x="8736" y="35420"/>
                          <a:pt x="17559" y="29116"/>
                          <a:pt x="25851" y="22251"/>
                        </a:cubicBezTo>
                        <a:cubicBezTo>
                          <a:pt x="34122" y="15353"/>
                          <a:pt x="41929" y="7828"/>
                          <a:pt x="47572" y="0"/>
                        </a:cubicBezTo>
                        <a:lnTo>
                          <a:pt x="47572"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31" name="Google Shape;431;p8"/>
                <p:cNvGrpSpPr/>
                <p:nvPr/>
              </p:nvGrpSpPr>
              <p:grpSpPr>
                <a:xfrm>
                  <a:off x="4627559" y="4826661"/>
                  <a:ext cx="393158" cy="170393"/>
                  <a:chOff x="4627559" y="4826661"/>
                  <a:chExt cx="393158" cy="170393"/>
                </a:xfrm>
              </p:grpSpPr>
              <p:sp>
                <p:nvSpPr>
                  <p:cNvPr id="432" name="Google Shape;432;p8"/>
                  <p:cNvSpPr/>
                  <p:nvPr/>
                </p:nvSpPr>
                <p:spPr>
                  <a:xfrm>
                    <a:off x="4627559" y="4829178"/>
                    <a:ext cx="132494" cy="160418"/>
                  </a:xfrm>
                  <a:custGeom>
                    <a:rect b="b" l="l" r="r" t="t"/>
                    <a:pathLst>
                      <a:path extrusionOk="0" h="43950" w="30078">
                        <a:moveTo>
                          <a:pt x="0" y="0"/>
                        </a:moveTo>
                        <a:cubicBezTo>
                          <a:pt x="3438" y="7590"/>
                          <a:pt x="8347" y="15331"/>
                          <a:pt x="13439" y="22921"/>
                        </a:cubicBezTo>
                        <a:cubicBezTo>
                          <a:pt x="18564" y="30479"/>
                          <a:pt x="23916" y="37918"/>
                          <a:pt x="29679" y="43950"/>
                        </a:cubicBezTo>
                        <a:lnTo>
                          <a:pt x="29679" y="43950"/>
                        </a:lnTo>
                        <a:cubicBezTo>
                          <a:pt x="30381" y="39853"/>
                          <a:pt x="30165" y="35171"/>
                          <a:pt x="28976" y="30435"/>
                        </a:cubicBezTo>
                        <a:cubicBezTo>
                          <a:pt x="27797" y="25700"/>
                          <a:pt x="25667" y="20911"/>
                          <a:pt x="22770" y="16629"/>
                        </a:cubicBezTo>
                        <a:cubicBezTo>
                          <a:pt x="19872" y="12347"/>
                          <a:pt x="16240" y="8574"/>
                          <a:pt x="12282" y="5720"/>
                        </a:cubicBezTo>
                        <a:cubicBezTo>
                          <a:pt x="8325" y="2854"/>
                          <a:pt x="4065" y="897"/>
                          <a:pt x="0" y="11"/>
                        </a:cubicBezTo>
                        <a:lnTo>
                          <a:pt x="0" y="11"/>
                        </a:ln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3" name="Google Shape;433;p8"/>
                  <p:cNvSpPr/>
                  <p:nvPr/>
                </p:nvSpPr>
                <p:spPr>
                  <a:xfrm>
                    <a:off x="4744022" y="4826661"/>
                    <a:ext cx="234544" cy="170393"/>
                  </a:xfrm>
                  <a:custGeom>
                    <a:rect b="b" l="l" r="r" t="t"/>
                    <a:pathLst>
                      <a:path extrusionOk="0" h="46683" w="53245">
                        <a:moveTo>
                          <a:pt x="53245" y="766"/>
                        </a:moveTo>
                        <a:cubicBezTo>
                          <a:pt x="47764" y="-467"/>
                          <a:pt x="41266" y="-240"/>
                          <a:pt x="34757" y="1652"/>
                        </a:cubicBezTo>
                        <a:cubicBezTo>
                          <a:pt x="28248" y="3512"/>
                          <a:pt x="21772" y="7026"/>
                          <a:pt x="16312" y="11740"/>
                        </a:cubicBezTo>
                        <a:cubicBezTo>
                          <a:pt x="10852" y="16454"/>
                          <a:pt x="6441" y="22357"/>
                          <a:pt x="3651" y="28520"/>
                        </a:cubicBezTo>
                        <a:cubicBezTo>
                          <a:pt x="840" y="34683"/>
                          <a:pt x="-339" y="41084"/>
                          <a:pt x="83" y="46684"/>
                        </a:cubicBezTo>
                        <a:lnTo>
                          <a:pt x="83" y="46684"/>
                        </a:lnTo>
                        <a:cubicBezTo>
                          <a:pt x="83" y="46684"/>
                          <a:pt x="83" y="46684"/>
                          <a:pt x="83" y="46684"/>
                        </a:cubicBezTo>
                        <a:cubicBezTo>
                          <a:pt x="8614" y="39289"/>
                          <a:pt x="17220" y="31050"/>
                          <a:pt x="26270" y="23265"/>
                        </a:cubicBezTo>
                        <a:cubicBezTo>
                          <a:pt x="35287" y="15448"/>
                          <a:pt x="44693" y="8128"/>
                          <a:pt x="53245" y="777"/>
                        </a:cubicBezTo>
                        <a:lnTo>
                          <a:pt x="53245" y="777"/>
                        </a:lnTo>
                        <a:lnTo>
                          <a:pt x="53245" y="777"/>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4" name="Google Shape;434;p8"/>
                  <p:cNvSpPr/>
                  <p:nvPr/>
                </p:nvSpPr>
                <p:spPr>
                  <a:xfrm>
                    <a:off x="4737818" y="4867081"/>
                    <a:ext cx="282898" cy="118468"/>
                  </a:xfrm>
                  <a:custGeom>
                    <a:rect b="b" l="l" r="r" t="t"/>
                    <a:pathLst>
                      <a:path extrusionOk="0" h="32457" w="64222">
                        <a:moveTo>
                          <a:pt x="64223" y="1449"/>
                        </a:moveTo>
                        <a:cubicBezTo>
                          <a:pt x="58849" y="-10"/>
                          <a:pt x="52632" y="-389"/>
                          <a:pt x="46178" y="411"/>
                        </a:cubicBezTo>
                        <a:cubicBezTo>
                          <a:pt x="39734" y="1201"/>
                          <a:pt x="33085" y="3179"/>
                          <a:pt x="26900" y="6163"/>
                        </a:cubicBezTo>
                        <a:cubicBezTo>
                          <a:pt x="20726" y="9148"/>
                          <a:pt x="15040" y="13126"/>
                          <a:pt x="10412" y="17689"/>
                        </a:cubicBezTo>
                        <a:cubicBezTo>
                          <a:pt x="5774" y="22241"/>
                          <a:pt x="2195" y="27355"/>
                          <a:pt x="0" y="32458"/>
                        </a:cubicBezTo>
                        <a:lnTo>
                          <a:pt x="0" y="32458"/>
                        </a:lnTo>
                        <a:cubicBezTo>
                          <a:pt x="10855" y="29874"/>
                          <a:pt x="22316" y="25084"/>
                          <a:pt x="33452" y="19743"/>
                        </a:cubicBezTo>
                        <a:cubicBezTo>
                          <a:pt x="44567" y="14348"/>
                          <a:pt x="55444" y="8358"/>
                          <a:pt x="64212" y="1460"/>
                        </a:cubicBezTo>
                        <a:lnTo>
                          <a:pt x="64212" y="146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35" name="Google Shape;435;p8"/>
                <p:cNvSpPr/>
                <p:nvPr/>
              </p:nvSpPr>
              <p:spPr>
                <a:xfrm>
                  <a:off x="2090505" y="4850202"/>
                  <a:ext cx="295236" cy="133623"/>
                </a:xfrm>
                <a:custGeom>
                  <a:rect b="b" l="l" r="r" t="t"/>
                  <a:pathLst>
                    <a:path extrusionOk="0" h="36609" w="67023">
                      <a:moveTo>
                        <a:pt x="67023" y="0"/>
                      </a:moveTo>
                      <a:cubicBezTo>
                        <a:pt x="43410" y="757"/>
                        <a:pt x="13396" y="17159"/>
                        <a:pt x="0" y="36609"/>
                      </a:cubicBezTo>
                      <a:lnTo>
                        <a:pt x="0" y="36609"/>
                      </a:lnTo>
                      <a:cubicBezTo>
                        <a:pt x="23613" y="35852"/>
                        <a:pt x="53627" y="19451"/>
                        <a:pt x="67023" y="0"/>
                      </a:cubicBezTo>
                      <a:lnTo>
                        <a:pt x="67023" y="0"/>
                      </a:lnTo>
                      <a:lnTo>
                        <a:pt x="6702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36" name="Google Shape;436;p8"/>
                <p:cNvGrpSpPr/>
                <p:nvPr/>
              </p:nvGrpSpPr>
              <p:grpSpPr>
                <a:xfrm>
                  <a:off x="2580036" y="4794866"/>
                  <a:ext cx="436020" cy="179560"/>
                  <a:chOff x="2580036" y="4794866"/>
                  <a:chExt cx="436020" cy="179560"/>
                </a:xfrm>
              </p:grpSpPr>
              <p:sp>
                <p:nvSpPr>
                  <p:cNvPr id="437" name="Google Shape;437;p8"/>
                  <p:cNvSpPr/>
                  <p:nvPr/>
                </p:nvSpPr>
                <p:spPr>
                  <a:xfrm>
                    <a:off x="2580036" y="4828113"/>
                    <a:ext cx="74356" cy="141514"/>
                  </a:xfrm>
                  <a:custGeom>
                    <a:rect b="b" l="l" r="r" t="t"/>
                    <a:pathLst>
                      <a:path extrusionOk="0" h="38771" w="16880">
                        <a:moveTo>
                          <a:pt x="55" y="0"/>
                        </a:moveTo>
                        <a:cubicBezTo>
                          <a:pt x="-723" y="13039"/>
                          <a:pt x="6780" y="30403"/>
                          <a:pt x="16825" y="38772"/>
                        </a:cubicBezTo>
                        <a:lnTo>
                          <a:pt x="16825" y="38772"/>
                        </a:lnTo>
                        <a:cubicBezTo>
                          <a:pt x="17603" y="25733"/>
                          <a:pt x="10100" y="8369"/>
                          <a:pt x="55" y="0"/>
                        </a:cubicBezTo>
                        <a:lnTo>
                          <a:pt x="55" y="0"/>
                        </a:lnTo>
                        <a:cubicBezTo>
                          <a:pt x="55" y="0"/>
                          <a:pt x="55" y="0"/>
                          <a:pt x="55"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8" name="Google Shape;438;p8"/>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9" name="Google Shape;439;p8"/>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0" name="Google Shape;440;p8"/>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41" name="Google Shape;441;p8"/>
                <p:cNvGrpSpPr/>
                <p:nvPr/>
              </p:nvGrpSpPr>
              <p:grpSpPr>
                <a:xfrm>
                  <a:off x="3055253" y="4744852"/>
                  <a:ext cx="328964" cy="214701"/>
                  <a:chOff x="3055253" y="4744852"/>
                  <a:chExt cx="328964" cy="214701"/>
                </a:xfrm>
              </p:grpSpPr>
              <p:sp>
                <p:nvSpPr>
                  <p:cNvPr id="442" name="Google Shape;442;p8"/>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3" name="Google Shape;443;p8"/>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4" name="Google Shape;444;p8"/>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45" name="Google Shape;445;p8"/>
                <p:cNvGrpSpPr/>
                <p:nvPr/>
              </p:nvGrpSpPr>
              <p:grpSpPr>
                <a:xfrm>
                  <a:off x="3435299" y="4794745"/>
                  <a:ext cx="181242" cy="177466"/>
                  <a:chOff x="3435299" y="4794745"/>
                  <a:chExt cx="181242" cy="177466"/>
                </a:xfrm>
              </p:grpSpPr>
              <p:sp>
                <p:nvSpPr>
                  <p:cNvPr id="446" name="Google Shape;446;p8"/>
                  <p:cNvSpPr/>
                  <p:nvPr/>
                </p:nvSpPr>
                <p:spPr>
                  <a:xfrm>
                    <a:off x="3435299" y="4796402"/>
                    <a:ext cx="137643" cy="175810"/>
                  </a:xfrm>
                  <a:custGeom>
                    <a:rect b="b" l="l" r="r" t="t"/>
                    <a:pathLst>
                      <a:path extrusionOk="0" h="48167" w="31247">
                        <a:moveTo>
                          <a:pt x="0" y="11"/>
                        </a:moveTo>
                        <a:cubicBezTo>
                          <a:pt x="3589" y="8239"/>
                          <a:pt x="8682" y="16661"/>
                          <a:pt x="13926" y="24954"/>
                        </a:cubicBezTo>
                        <a:cubicBezTo>
                          <a:pt x="19202" y="33225"/>
                          <a:pt x="24651" y="41410"/>
                          <a:pt x="30576" y="48167"/>
                        </a:cubicBezTo>
                        <a:lnTo>
                          <a:pt x="30576" y="48167"/>
                        </a:lnTo>
                        <a:cubicBezTo>
                          <a:pt x="31517" y="43788"/>
                          <a:pt x="31484" y="38729"/>
                          <a:pt x="30381" y="33571"/>
                        </a:cubicBezTo>
                        <a:cubicBezTo>
                          <a:pt x="29300" y="28414"/>
                          <a:pt x="27149" y="23170"/>
                          <a:pt x="24164" y="18456"/>
                        </a:cubicBezTo>
                        <a:cubicBezTo>
                          <a:pt x="21170" y="13742"/>
                          <a:pt x="17342" y="9569"/>
                          <a:pt x="13136" y="6390"/>
                        </a:cubicBezTo>
                        <a:cubicBezTo>
                          <a:pt x="8931" y="3200"/>
                          <a:pt x="4368" y="1016"/>
                          <a:pt x="11" y="0"/>
                        </a:cubicBezTo>
                        <a:lnTo>
                          <a:pt x="1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7" name="Google Shape;447;p8"/>
                  <p:cNvSpPr/>
                  <p:nvPr/>
                </p:nvSpPr>
                <p:spPr>
                  <a:xfrm>
                    <a:off x="3566765" y="4794745"/>
                    <a:ext cx="49776" cy="173915"/>
                  </a:xfrm>
                  <a:custGeom>
                    <a:rect b="b" l="l" r="r" t="t"/>
                    <a:pathLst>
                      <a:path extrusionOk="0" h="47648" w="11300">
                        <a:moveTo>
                          <a:pt x="1054" y="0"/>
                        </a:moveTo>
                        <a:cubicBezTo>
                          <a:pt x="1822" y="7579"/>
                          <a:pt x="1552" y="15213"/>
                          <a:pt x="925" y="23278"/>
                        </a:cubicBezTo>
                        <a:cubicBezTo>
                          <a:pt x="308" y="31301"/>
                          <a:pt x="-665" y="40102"/>
                          <a:pt x="665" y="47648"/>
                        </a:cubicBezTo>
                        <a:lnTo>
                          <a:pt x="665" y="47648"/>
                        </a:lnTo>
                        <a:cubicBezTo>
                          <a:pt x="3282" y="44891"/>
                          <a:pt x="5671" y="41496"/>
                          <a:pt x="7563" y="37506"/>
                        </a:cubicBezTo>
                        <a:cubicBezTo>
                          <a:pt x="9444" y="33528"/>
                          <a:pt x="10817" y="28922"/>
                          <a:pt x="11196" y="24078"/>
                        </a:cubicBezTo>
                        <a:cubicBezTo>
                          <a:pt x="11585" y="19213"/>
                          <a:pt x="10893" y="14174"/>
                          <a:pt x="9077" y="9839"/>
                        </a:cubicBezTo>
                        <a:cubicBezTo>
                          <a:pt x="7293" y="5493"/>
                          <a:pt x="4330" y="1935"/>
                          <a:pt x="1054" y="0"/>
                        </a:cubicBezTo>
                        <a:lnTo>
                          <a:pt x="105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grpSp>
          <p:nvGrpSpPr>
            <p:cNvPr id="448" name="Google Shape;448;p8"/>
            <p:cNvGrpSpPr/>
            <p:nvPr/>
          </p:nvGrpSpPr>
          <p:grpSpPr>
            <a:xfrm>
              <a:off x="25" y="0"/>
              <a:ext cx="9150776" cy="1135213"/>
              <a:chOff x="24" y="0"/>
              <a:chExt cx="9150776" cy="2380400"/>
            </a:xfrm>
          </p:grpSpPr>
          <p:sp>
            <p:nvSpPr>
              <p:cNvPr id="449" name="Google Shape;449;p8"/>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0" name="Google Shape;450;p8"/>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1" name="Google Shape;451;p8"/>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2" name="Google Shape;452;p8"/>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453" name="Google Shape;453;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4" name="Shape 454"/>
        <p:cNvGrpSpPr/>
        <p:nvPr/>
      </p:nvGrpSpPr>
      <p:grpSpPr>
        <a:xfrm>
          <a:off x="0" y="0"/>
          <a:ext cx="0" cy="0"/>
          <a:chOff x="0" y="0"/>
          <a:chExt cx="0" cy="0"/>
        </a:xfrm>
      </p:grpSpPr>
      <p:sp>
        <p:nvSpPr>
          <p:cNvPr id="455" name="Google Shape;455;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56" name="Google Shape;456;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grpSp>
        <p:nvGrpSpPr>
          <p:cNvPr id="457" name="Google Shape;457;p9"/>
          <p:cNvGrpSpPr/>
          <p:nvPr/>
        </p:nvGrpSpPr>
        <p:grpSpPr>
          <a:xfrm>
            <a:off x="-490999" y="0"/>
            <a:ext cx="9868209" cy="5143797"/>
            <a:chOff x="-490999" y="0"/>
            <a:chExt cx="9868209" cy="5143797"/>
          </a:xfrm>
        </p:grpSpPr>
        <p:grpSp>
          <p:nvGrpSpPr>
            <p:cNvPr id="458" name="Google Shape;458;p9"/>
            <p:cNvGrpSpPr/>
            <p:nvPr/>
          </p:nvGrpSpPr>
          <p:grpSpPr>
            <a:xfrm>
              <a:off x="25" y="0"/>
              <a:ext cx="9150776" cy="5143797"/>
              <a:chOff x="25" y="0"/>
              <a:chExt cx="9150776" cy="5143797"/>
            </a:xfrm>
          </p:grpSpPr>
          <p:grpSp>
            <p:nvGrpSpPr>
              <p:cNvPr id="459" name="Google Shape;459;p9"/>
              <p:cNvGrpSpPr/>
              <p:nvPr/>
            </p:nvGrpSpPr>
            <p:grpSpPr>
              <a:xfrm>
                <a:off x="25" y="0"/>
                <a:ext cx="9150776" cy="1135213"/>
                <a:chOff x="24" y="0"/>
                <a:chExt cx="9150776" cy="2380400"/>
              </a:xfrm>
            </p:grpSpPr>
            <p:sp>
              <p:nvSpPr>
                <p:cNvPr id="460" name="Google Shape;460;p9"/>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1" name="Google Shape;461;p9"/>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2" name="Google Shape;462;p9"/>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3" name="Google Shape;463;p9"/>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464" name="Google Shape;464;p9"/>
              <p:cNvGrpSpPr/>
              <p:nvPr/>
            </p:nvGrpSpPr>
            <p:grpSpPr>
              <a:xfrm>
                <a:off x="43" y="4603847"/>
                <a:ext cx="9144293" cy="539950"/>
                <a:chOff x="43" y="4603847"/>
                <a:chExt cx="9144293" cy="539950"/>
              </a:xfrm>
            </p:grpSpPr>
            <p:grpSp>
              <p:nvGrpSpPr>
                <p:cNvPr id="465" name="Google Shape;465;p9"/>
                <p:cNvGrpSpPr/>
                <p:nvPr/>
              </p:nvGrpSpPr>
              <p:grpSpPr>
                <a:xfrm>
                  <a:off x="43" y="4603847"/>
                  <a:ext cx="9144293" cy="539950"/>
                  <a:chOff x="43" y="4603847"/>
                  <a:chExt cx="9144293" cy="539950"/>
                </a:xfrm>
              </p:grpSpPr>
              <p:sp>
                <p:nvSpPr>
                  <p:cNvPr id="466" name="Google Shape;466;p9"/>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7" name="Google Shape;467;p9"/>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8" name="Google Shape;468;p9"/>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9" name="Google Shape;469;p9"/>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0" name="Google Shape;470;p9"/>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1" name="Google Shape;471;p9"/>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72" name="Google Shape;472;p9"/>
                <p:cNvGrpSpPr/>
                <p:nvPr/>
              </p:nvGrpSpPr>
              <p:grpSpPr>
                <a:xfrm flipH="1">
                  <a:off x="8773603" y="4759958"/>
                  <a:ext cx="339829" cy="252642"/>
                  <a:chOff x="206231" y="4759958"/>
                  <a:chExt cx="339829" cy="252642"/>
                </a:xfrm>
              </p:grpSpPr>
              <p:sp>
                <p:nvSpPr>
                  <p:cNvPr id="473" name="Google Shape;473;p9"/>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4" name="Google Shape;474;p9"/>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75" name="Google Shape;475;p9"/>
                <p:cNvGrpSpPr/>
                <p:nvPr/>
              </p:nvGrpSpPr>
              <p:grpSpPr>
                <a:xfrm flipH="1">
                  <a:off x="8386608" y="4765719"/>
                  <a:ext cx="323828" cy="223114"/>
                  <a:chOff x="609226" y="4765719"/>
                  <a:chExt cx="323828" cy="223114"/>
                </a:xfrm>
              </p:grpSpPr>
              <p:sp>
                <p:nvSpPr>
                  <p:cNvPr id="476" name="Google Shape;476;p9"/>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7" name="Google Shape;477;p9"/>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78" name="Google Shape;478;p9"/>
                <p:cNvGrpSpPr/>
                <p:nvPr/>
              </p:nvGrpSpPr>
              <p:grpSpPr>
                <a:xfrm flipH="1">
                  <a:off x="4634816" y="4770096"/>
                  <a:ext cx="343944" cy="212303"/>
                  <a:chOff x="1292902" y="4770096"/>
                  <a:chExt cx="343944" cy="212303"/>
                </a:xfrm>
              </p:grpSpPr>
              <p:sp>
                <p:nvSpPr>
                  <p:cNvPr id="479" name="Google Shape;479;p9"/>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0" name="Google Shape;480;p9"/>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1" name="Google Shape;481;p9"/>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82" name="Google Shape;482;p9"/>
                <p:cNvGrpSpPr/>
                <p:nvPr/>
              </p:nvGrpSpPr>
              <p:grpSpPr>
                <a:xfrm flipH="1">
                  <a:off x="741006" y="4794866"/>
                  <a:ext cx="363460" cy="179560"/>
                  <a:chOff x="2652596" y="4794866"/>
                  <a:chExt cx="363460" cy="179560"/>
                </a:xfrm>
              </p:grpSpPr>
              <p:sp>
                <p:nvSpPr>
                  <p:cNvPr id="483" name="Google Shape;483;p9"/>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4" name="Google Shape;484;p9"/>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5" name="Google Shape;485;p9"/>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86" name="Google Shape;486;p9"/>
                <p:cNvGrpSpPr/>
                <p:nvPr/>
              </p:nvGrpSpPr>
              <p:grpSpPr>
                <a:xfrm flipH="1">
                  <a:off x="372846" y="4744852"/>
                  <a:ext cx="328964" cy="214701"/>
                  <a:chOff x="3055253" y="4744852"/>
                  <a:chExt cx="328964" cy="214701"/>
                </a:xfrm>
              </p:grpSpPr>
              <p:sp>
                <p:nvSpPr>
                  <p:cNvPr id="487" name="Google Shape;487;p9"/>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8" name="Google Shape;488;p9"/>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9" name="Google Shape;489;p9"/>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90" name="Google Shape;490;p9"/>
                <p:cNvGrpSpPr/>
                <p:nvPr/>
              </p:nvGrpSpPr>
              <p:grpSpPr>
                <a:xfrm flipH="1">
                  <a:off x="140521" y="4794745"/>
                  <a:ext cx="181242" cy="177466"/>
                  <a:chOff x="3435299" y="4794745"/>
                  <a:chExt cx="181242" cy="177466"/>
                </a:xfrm>
              </p:grpSpPr>
              <p:sp>
                <p:nvSpPr>
                  <p:cNvPr id="491" name="Google Shape;491;p9"/>
                  <p:cNvSpPr/>
                  <p:nvPr/>
                </p:nvSpPr>
                <p:spPr>
                  <a:xfrm>
                    <a:off x="3435299" y="4796402"/>
                    <a:ext cx="137643" cy="175810"/>
                  </a:xfrm>
                  <a:custGeom>
                    <a:rect b="b" l="l" r="r" t="t"/>
                    <a:pathLst>
                      <a:path extrusionOk="0" h="48167" w="31247">
                        <a:moveTo>
                          <a:pt x="0" y="11"/>
                        </a:moveTo>
                        <a:cubicBezTo>
                          <a:pt x="3589" y="8239"/>
                          <a:pt x="8682" y="16661"/>
                          <a:pt x="13926" y="24954"/>
                        </a:cubicBezTo>
                        <a:cubicBezTo>
                          <a:pt x="19202" y="33225"/>
                          <a:pt x="24651" y="41410"/>
                          <a:pt x="30576" y="48167"/>
                        </a:cubicBezTo>
                        <a:lnTo>
                          <a:pt x="30576" y="48167"/>
                        </a:lnTo>
                        <a:cubicBezTo>
                          <a:pt x="31517" y="43788"/>
                          <a:pt x="31484" y="38729"/>
                          <a:pt x="30381" y="33571"/>
                        </a:cubicBezTo>
                        <a:cubicBezTo>
                          <a:pt x="29300" y="28414"/>
                          <a:pt x="27149" y="23170"/>
                          <a:pt x="24164" y="18456"/>
                        </a:cubicBezTo>
                        <a:cubicBezTo>
                          <a:pt x="21170" y="13742"/>
                          <a:pt x="17342" y="9569"/>
                          <a:pt x="13136" y="6390"/>
                        </a:cubicBezTo>
                        <a:cubicBezTo>
                          <a:pt x="8931" y="3200"/>
                          <a:pt x="4368" y="1016"/>
                          <a:pt x="11" y="0"/>
                        </a:cubicBezTo>
                        <a:lnTo>
                          <a:pt x="1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2" name="Google Shape;492;p9"/>
                  <p:cNvSpPr/>
                  <p:nvPr/>
                </p:nvSpPr>
                <p:spPr>
                  <a:xfrm>
                    <a:off x="3566765" y="4794745"/>
                    <a:ext cx="49776" cy="173915"/>
                  </a:xfrm>
                  <a:custGeom>
                    <a:rect b="b" l="l" r="r" t="t"/>
                    <a:pathLst>
                      <a:path extrusionOk="0" h="47648" w="11300">
                        <a:moveTo>
                          <a:pt x="1054" y="0"/>
                        </a:moveTo>
                        <a:cubicBezTo>
                          <a:pt x="1822" y="7579"/>
                          <a:pt x="1552" y="15213"/>
                          <a:pt x="925" y="23278"/>
                        </a:cubicBezTo>
                        <a:cubicBezTo>
                          <a:pt x="308" y="31301"/>
                          <a:pt x="-665" y="40102"/>
                          <a:pt x="665" y="47648"/>
                        </a:cubicBezTo>
                        <a:lnTo>
                          <a:pt x="665" y="47648"/>
                        </a:lnTo>
                        <a:cubicBezTo>
                          <a:pt x="3282" y="44891"/>
                          <a:pt x="5671" y="41496"/>
                          <a:pt x="7563" y="37506"/>
                        </a:cubicBezTo>
                        <a:cubicBezTo>
                          <a:pt x="9444" y="33528"/>
                          <a:pt x="10817" y="28922"/>
                          <a:pt x="11196" y="24078"/>
                        </a:cubicBezTo>
                        <a:cubicBezTo>
                          <a:pt x="11585" y="19213"/>
                          <a:pt x="10893" y="14174"/>
                          <a:pt x="9077" y="9839"/>
                        </a:cubicBezTo>
                        <a:cubicBezTo>
                          <a:pt x="7293" y="5493"/>
                          <a:pt x="4330" y="1935"/>
                          <a:pt x="1054" y="0"/>
                        </a:cubicBezTo>
                        <a:lnTo>
                          <a:pt x="105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93" name="Google Shape;493;p9"/>
                <p:cNvGrpSpPr/>
                <p:nvPr/>
              </p:nvGrpSpPr>
              <p:grpSpPr>
                <a:xfrm flipH="1">
                  <a:off x="4259046" y="4744852"/>
                  <a:ext cx="328964" cy="214701"/>
                  <a:chOff x="3055253" y="4744852"/>
                  <a:chExt cx="328964" cy="214701"/>
                </a:xfrm>
              </p:grpSpPr>
              <p:sp>
                <p:nvSpPr>
                  <p:cNvPr id="494" name="Google Shape;494;p9"/>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5" name="Google Shape;495;p9"/>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6" name="Google Shape;496;p9"/>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497" name="Google Shape;497;p9"/>
            <p:cNvSpPr/>
            <p:nvPr/>
          </p:nvSpPr>
          <p:spPr>
            <a:xfrm flipH="1">
              <a:off x="-490999" y="2162108"/>
              <a:ext cx="1176703" cy="192649"/>
            </a:xfrm>
            <a:custGeom>
              <a:rect b="b" l="l" r="r" t="t"/>
              <a:pathLst>
                <a:path extrusionOk="0" h="29961" w="183002">
                  <a:moveTo>
                    <a:pt x="11" y="29962"/>
                  </a:moveTo>
                  <a:lnTo>
                    <a:pt x="183003" y="29962"/>
                  </a:lnTo>
                  <a:cubicBezTo>
                    <a:pt x="180494" y="21982"/>
                    <a:pt x="170526" y="15701"/>
                    <a:pt x="162374" y="17625"/>
                  </a:cubicBezTo>
                  <a:cubicBezTo>
                    <a:pt x="160016" y="7440"/>
                    <a:pt x="149864" y="-355"/>
                    <a:pt x="139420" y="12"/>
                  </a:cubicBezTo>
                  <a:cubicBezTo>
                    <a:pt x="128975" y="380"/>
                    <a:pt x="119385" y="8857"/>
                    <a:pt x="117742" y="19182"/>
                  </a:cubicBezTo>
                  <a:cubicBezTo>
                    <a:pt x="114022" y="14511"/>
                    <a:pt x="107470" y="12306"/>
                    <a:pt x="101697" y="13787"/>
                  </a:cubicBezTo>
                  <a:cubicBezTo>
                    <a:pt x="95912" y="15257"/>
                    <a:pt x="91220" y="20339"/>
                    <a:pt x="90193" y="26210"/>
                  </a:cubicBezTo>
                  <a:cubicBezTo>
                    <a:pt x="86138" y="17625"/>
                    <a:pt x="72656" y="15711"/>
                    <a:pt x="66375" y="22826"/>
                  </a:cubicBezTo>
                  <a:cubicBezTo>
                    <a:pt x="45897" y="10403"/>
                    <a:pt x="17439" y="13538"/>
                    <a:pt x="0" y="2996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8" name="Google Shape;498;p9"/>
            <p:cNvSpPr/>
            <p:nvPr/>
          </p:nvSpPr>
          <p:spPr>
            <a:xfrm>
              <a:off x="72026" y="3263662"/>
              <a:ext cx="572154" cy="104365"/>
            </a:xfrm>
            <a:custGeom>
              <a:rect b="b" l="l" r="r" t="t"/>
              <a:pathLst>
                <a:path extrusionOk="0" h="16231" w="88982">
                  <a:moveTo>
                    <a:pt x="88982" y="16232"/>
                  </a:moveTo>
                  <a:lnTo>
                    <a:pt x="0" y="16232"/>
                  </a:lnTo>
                  <a:cubicBezTo>
                    <a:pt x="3406" y="7399"/>
                    <a:pt x="9558" y="1127"/>
                    <a:pt x="18975" y="133"/>
                  </a:cubicBezTo>
                  <a:cubicBezTo>
                    <a:pt x="28392" y="-862"/>
                    <a:pt x="38188" y="3798"/>
                    <a:pt x="43356" y="11723"/>
                  </a:cubicBezTo>
                  <a:cubicBezTo>
                    <a:pt x="57660" y="4209"/>
                    <a:pt x="77273" y="5085"/>
                    <a:pt x="88971" y="162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9" name="Google Shape;499;p9"/>
            <p:cNvSpPr/>
            <p:nvPr/>
          </p:nvSpPr>
          <p:spPr>
            <a:xfrm>
              <a:off x="7337478" y="3968774"/>
              <a:ext cx="2039731" cy="236997"/>
            </a:xfrm>
            <a:custGeom>
              <a:rect b="b" l="l" r="r" t="t"/>
              <a:pathLst>
                <a:path extrusionOk="0" h="36858" w="317221">
                  <a:moveTo>
                    <a:pt x="317211" y="36858"/>
                  </a:moveTo>
                  <a:lnTo>
                    <a:pt x="0" y="36858"/>
                  </a:lnTo>
                  <a:cubicBezTo>
                    <a:pt x="19116" y="23441"/>
                    <a:pt x="48448" y="21830"/>
                    <a:pt x="69131" y="32663"/>
                  </a:cubicBezTo>
                  <a:cubicBezTo>
                    <a:pt x="100616" y="23278"/>
                    <a:pt x="134965" y="23776"/>
                    <a:pt x="166158" y="34090"/>
                  </a:cubicBezTo>
                  <a:cubicBezTo>
                    <a:pt x="168676" y="20132"/>
                    <a:pt x="188646" y="11061"/>
                    <a:pt x="201015" y="18002"/>
                  </a:cubicBezTo>
                  <a:cubicBezTo>
                    <a:pt x="202205" y="12813"/>
                    <a:pt x="206508" y="8466"/>
                    <a:pt x="211687" y="7212"/>
                  </a:cubicBezTo>
                  <a:cubicBezTo>
                    <a:pt x="216866" y="5958"/>
                    <a:pt x="222671" y="7871"/>
                    <a:pt x="226110" y="11948"/>
                  </a:cubicBezTo>
                  <a:cubicBezTo>
                    <a:pt x="232013" y="2347"/>
                    <a:pt x="244825" y="-2346"/>
                    <a:pt x="255540" y="1157"/>
                  </a:cubicBezTo>
                  <a:cubicBezTo>
                    <a:pt x="266244" y="4661"/>
                    <a:pt x="273801" y="16035"/>
                    <a:pt x="272882" y="27268"/>
                  </a:cubicBezTo>
                  <a:cubicBezTo>
                    <a:pt x="286711" y="20943"/>
                    <a:pt x="306204" y="26382"/>
                    <a:pt x="317222" y="3685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0" name="Shape 500"/>
        <p:cNvGrpSpPr/>
        <p:nvPr/>
      </p:nvGrpSpPr>
      <p:grpSpPr>
        <a:xfrm>
          <a:off x="0" y="0"/>
          <a:ext cx="0" cy="0"/>
          <a:chOff x="0" y="0"/>
          <a:chExt cx="0" cy="0"/>
        </a:xfrm>
      </p:grpSpPr>
      <p:sp>
        <p:nvSpPr>
          <p:cNvPr id="501" name="Google Shape;501;p10"/>
          <p:cNvSpPr/>
          <p:nvPr>
            <p:ph idx="2" type="pic"/>
          </p:nvPr>
        </p:nvSpPr>
        <p:spPr>
          <a:xfrm>
            <a:off x="0" y="-14875"/>
            <a:ext cx="9144000" cy="5158500"/>
          </a:xfrm>
          <a:prstGeom prst="rect">
            <a:avLst/>
          </a:prstGeom>
          <a:noFill/>
          <a:ln>
            <a:noFill/>
          </a:ln>
        </p:spPr>
      </p:sp>
      <p:sp>
        <p:nvSpPr>
          <p:cNvPr id="502" name="Google Shape;502;p10"/>
          <p:cNvSpPr txBox="1"/>
          <p:nvPr>
            <p:ph type="title"/>
          </p:nvPr>
        </p:nvSpPr>
        <p:spPr>
          <a:xfrm>
            <a:off x="713225" y="3756125"/>
            <a:ext cx="2973900" cy="831000"/>
          </a:xfrm>
          <a:prstGeom prst="rect">
            <a:avLst/>
          </a:prstGeom>
          <a:solidFill>
            <a:schemeClr val="lt2"/>
          </a:solidFill>
        </p:spPr>
        <p:txBody>
          <a:bodyPr anchorCtr="0" anchor="t" bIns="91425" lIns="91425" spcFirstLastPara="1" rIns="91425" wrap="square" tIns="91425">
            <a:noAutofit/>
          </a:bodyPr>
          <a:lstStyle>
            <a:lvl1pPr lvl="0" rtl="0">
              <a:spcBef>
                <a:spcPts val="0"/>
              </a:spcBef>
              <a:spcAft>
                <a:spcPts val="0"/>
              </a:spcAft>
              <a:buSzPts val="30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3" name="Shape 503"/>
        <p:cNvGrpSpPr/>
        <p:nvPr/>
      </p:nvGrpSpPr>
      <p:grpSpPr>
        <a:xfrm>
          <a:off x="0" y="0"/>
          <a:ext cx="0" cy="0"/>
          <a:chOff x="0" y="0"/>
          <a:chExt cx="0" cy="0"/>
        </a:xfrm>
      </p:grpSpPr>
      <p:grpSp>
        <p:nvGrpSpPr>
          <p:cNvPr id="504" name="Google Shape;504;p11"/>
          <p:cNvGrpSpPr/>
          <p:nvPr/>
        </p:nvGrpSpPr>
        <p:grpSpPr>
          <a:xfrm>
            <a:off x="-1" y="0"/>
            <a:ext cx="9150801" cy="5143797"/>
            <a:chOff x="-1" y="0"/>
            <a:chExt cx="9150801" cy="5143797"/>
          </a:xfrm>
        </p:grpSpPr>
        <p:grpSp>
          <p:nvGrpSpPr>
            <p:cNvPr id="505" name="Google Shape;505;p11"/>
            <p:cNvGrpSpPr/>
            <p:nvPr/>
          </p:nvGrpSpPr>
          <p:grpSpPr>
            <a:xfrm>
              <a:off x="-1" y="3634654"/>
              <a:ext cx="9144337" cy="1509143"/>
              <a:chOff x="-1" y="3634654"/>
              <a:chExt cx="9144337" cy="1509143"/>
            </a:xfrm>
          </p:grpSpPr>
          <p:grpSp>
            <p:nvGrpSpPr>
              <p:cNvPr id="506" name="Google Shape;506;p11"/>
              <p:cNvGrpSpPr/>
              <p:nvPr/>
            </p:nvGrpSpPr>
            <p:grpSpPr>
              <a:xfrm>
                <a:off x="-1" y="3634654"/>
                <a:ext cx="9141082" cy="971959"/>
                <a:chOff x="-1" y="3634654"/>
                <a:chExt cx="9141082" cy="971959"/>
              </a:xfrm>
            </p:grpSpPr>
            <p:grpSp>
              <p:nvGrpSpPr>
                <p:cNvPr id="507" name="Google Shape;507;p11"/>
                <p:cNvGrpSpPr/>
                <p:nvPr/>
              </p:nvGrpSpPr>
              <p:grpSpPr>
                <a:xfrm>
                  <a:off x="-1" y="3834908"/>
                  <a:ext cx="1326491" cy="771410"/>
                  <a:chOff x="-1" y="3834908"/>
                  <a:chExt cx="1326491" cy="771410"/>
                </a:xfrm>
              </p:grpSpPr>
              <p:sp>
                <p:nvSpPr>
                  <p:cNvPr id="508" name="Google Shape;508;p11"/>
                  <p:cNvSpPr/>
                  <p:nvPr/>
                </p:nvSpPr>
                <p:spPr>
                  <a:xfrm flipH="1">
                    <a:off x="180" y="3834908"/>
                    <a:ext cx="997812" cy="678320"/>
                  </a:xfrm>
                  <a:custGeom>
                    <a:rect b="b" l="l" r="r" t="t"/>
                    <a:pathLst>
                      <a:path extrusionOk="0" h="185841" w="226518">
                        <a:moveTo>
                          <a:pt x="194332" y="1391"/>
                        </a:moveTo>
                        <a:cubicBezTo>
                          <a:pt x="175984" y="5326"/>
                          <a:pt x="158987" y="20452"/>
                          <a:pt x="158219" y="39200"/>
                        </a:cubicBezTo>
                        <a:cubicBezTo>
                          <a:pt x="154435" y="32637"/>
                          <a:pt x="146024" y="29156"/>
                          <a:pt x="138704" y="31113"/>
                        </a:cubicBezTo>
                        <a:cubicBezTo>
                          <a:pt x="131395" y="33080"/>
                          <a:pt x="125860" y="40314"/>
                          <a:pt x="125870" y="47882"/>
                        </a:cubicBezTo>
                        <a:cubicBezTo>
                          <a:pt x="119156" y="35200"/>
                          <a:pt x="102798" y="29102"/>
                          <a:pt x="88958" y="32864"/>
                        </a:cubicBezTo>
                        <a:cubicBezTo>
                          <a:pt x="75119" y="36637"/>
                          <a:pt x="64469" y="49114"/>
                          <a:pt x="61345" y="63116"/>
                        </a:cubicBezTo>
                        <a:cubicBezTo>
                          <a:pt x="58220" y="77117"/>
                          <a:pt x="62091" y="92178"/>
                          <a:pt x="70222" y="104007"/>
                        </a:cubicBezTo>
                        <a:cubicBezTo>
                          <a:pt x="61712" y="101055"/>
                          <a:pt x="51625" y="109780"/>
                          <a:pt x="53312" y="118624"/>
                        </a:cubicBezTo>
                        <a:cubicBezTo>
                          <a:pt x="37180" y="119251"/>
                          <a:pt x="21481" y="127328"/>
                          <a:pt x="11589" y="140086"/>
                        </a:cubicBezTo>
                        <a:cubicBezTo>
                          <a:pt x="1695" y="152855"/>
                          <a:pt x="-2208" y="170067"/>
                          <a:pt x="1220" y="185842"/>
                        </a:cubicBezTo>
                        <a:cubicBezTo>
                          <a:pt x="72730" y="158498"/>
                          <a:pt x="150003" y="148530"/>
                          <a:pt x="226518" y="151914"/>
                        </a:cubicBezTo>
                        <a:lnTo>
                          <a:pt x="226518" y="2212"/>
                        </a:lnTo>
                        <a:cubicBezTo>
                          <a:pt x="215847" y="-166"/>
                          <a:pt x="204959" y="-901"/>
                          <a:pt x="194321" y="1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09" name="Google Shape;509;p11"/>
                  <p:cNvGrpSpPr/>
                  <p:nvPr/>
                </p:nvGrpSpPr>
                <p:grpSpPr>
                  <a:xfrm flipH="1">
                    <a:off x="-1" y="4271587"/>
                    <a:ext cx="1326491" cy="334731"/>
                    <a:chOff x="7814590" y="4271587"/>
                    <a:chExt cx="1326491" cy="334731"/>
                  </a:xfrm>
                </p:grpSpPr>
                <p:sp>
                  <p:nvSpPr>
                    <p:cNvPr id="510" name="Google Shape;510;p11"/>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1" name="Google Shape;511;p11"/>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2" name="Google Shape;512;p11"/>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513" name="Google Shape;513;p11"/>
                <p:cNvGrpSpPr/>
                <p:nvPr/>
              </p:nvGrpSpPr>
              <p:grpSpPr>
                <a:xfrm>
                  <a:off x="3383561" y="3634654"/>
                  <a:ext cx="5757520" cy="971959"/>
                  <a:chOff x="3383561" y="3634654"/>
                  <a:chExt cx="5757520" cy="971959"/>
                </a:xfrm>
              </p:grpSpPr>
              <p:sp>
                <p:nvSpPr>
                  <p:cNvPr id="514" name="Google Shape;514;p11"/>
                  <p:cNvSpPr/>
                  <p:nvPr/>
                </p:nvSpPr>
                <p:spPr>
                  <a:xfrm flipH="1">
                    <a:off x="6735390" y="3634654"/>
                    <a:ext cx="1254258" cy="629767"/>
                  </a:xfrm>
                  <a:custGeom>
                    <a:rect b="b" l="l" r="r" t="t"/>
                    <a:pathLst>
                      <a:path extrusionOk="0" h="172539" w="284735">
                        <a:moveTo>
                          <a:pt x="7229" y="111178"/>
                        </a:moveTo>
                        <a:cubicBezTo>
                          <a:pt x="18073" y="92128"/>
                          <a:pt x="40929" y="80667"/>
                          <a:pt x="62683" y="83380"/>
                        </a:cubicBezTo>
                        <a:cubicBezTo>
                          <a:pt x="62207" y="72406"/>
                          <a:pt x="76922" y="64265"/>
                          <a:pt x="85961" y="70504"/>
                        </a:cubicBezTo>
                        <a:cubicBezTo>
                          <a:pt x="80706" y="53442"/>
                          <a:pt x="91259" y="33148"/>
                          <a:pt x="108244" y="27645"/>
                        </a:cubicBezTo>
                        <a:cubicBezTo>
                          <a:pt x="125230" y="22153"/>
                          <a:pt x="145675" y="32413"/>
                          <a:pt x="151405" y="49323"/>
                        </a:cubicBezTo>
                        <a:cubicBezTo>
                          <a:pt x="157244" y="39322"/>
                          <a:pt x="173473" y="37863"/>
                          <a:pt x="180998" y="46653"/>
                        </a:cubicBezTo>
                        <a:cubicBezTo>
                          <a:pt x="184036" y="17266"/>
                          <a:pt x="216061" y="-5548"/>
                          <a:pt x="244831" y="1188"/>
                        </a:cubicBezTo>
                        <a:cubicBezTo>
                          <a:pt x="273602" y="7924"/>
                          <a:pt x="292177" y="42576"/>
                          <a:pt x="281851" y="70255"/>
                        </a:cubicBezTo>
                        <a:cubicBezTo>
                          <a:pt x="280522" y="73834"/>
                          <a:pt x="252551" y="79380"/>
                          <a:pt x="248053" y="80862"/>
                        </a:cubicBezTo>
                        <a:cubicBezTo>
                          <a:pt x="236030" y="84808"/>
                          <a:pt x="224062" y="88916"/>
                          <a:pt x="212158" y="93187"/>
                        </a:cubicBezTo>
                        <a:cubicBezTo>
                          <a:pt x="188339" y="101728"/>
                          <a:pt x="164758" y="110929"/>
                          <a:pt x="141448" y="120768"/>
                        </a:cubicBezTo>
                        <a:cubicBezTo>
                          <a:pt x="118137" y="130607"/>
                          <a:pt x="95097" y="141084"/>
                          <a:pt x="72360" y="152199"/>
                        </a:cubicBezTo>
                        <a:cubicBezTo>
                          <a:pt x="57180" y="159615"/>
                          <a:pt x="33696" y="178590"/>
                          <a:pt x="15835" y="170622"/>
                        </a:cubicBezTo>
                        <a:cubicBezTo>
                          <a:pt x="-5346" y="161172"/>
                          <a:pt x="-2102" y="127569"/>
                          <a:pt x="7229" y="11118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5" name="Google Shape;515;p11"/>
                  <p:cNvSpPr/>
                  <p:nvPr/>
                </p:nvSpPr>
                <p:spPr>
                  <a:xfrm flipH="1">
                    <a:off x="3766253" y="3788189"/>
                    <a:ext cx="2420451" cy="680926"/>
                  </a:xfrm>
                  <a:custGeom>
                    <a:rect b="b" l="l" r="r" t="t"/>
                    <a:pathLst>
                      <a:path extrusionOk="0" h="186555" w="549478">
                        <a:moveTo>
                          <a:pt x="0" y="42978"/>
                        </a:moveTo>
                        <a:cubicBezTo>
                          <a:pt x="6076" y="26545"/>
                          <a:pt x="21808" y="14111"/>
                          <a:pt x="39204" y="12002"/>
                        </a:cubicBezTo>
                        <a:cubicBezTo>
                          <a:pt x="56600" y="9894"/>
                          <a:pt x="74851" y="18209"/>
                          <a:pt x="84679" y="32707"/>
                        </a:cubicBezTo>
                        <a:cubicBezTo>
                          <a:pt x="90474" y="25236"/>
                          <a:pt x="105124" y="30231"/>
                          <a:pt x="105157" y="39691"/>
                        </a:cubicBezTo>
                        <a:cubicBezTo>
                          <a:pt x="112292" y="31929"/>
                          <a:pt x="124110" y="28869"/>
                          <a:pt x="134111" y="32199"/>
                        </a:cubicBezTo>
                        <a:cubicBezTo>
                          <a:pt x="144112" y="35518"/>
                          <a:pt x="151756" y="45054"/>
                          <a:pt x="152815" y="55531"/>
                        </a:cubicBezTo>
                        <a:cubicBezTo>
                          <a:pt x="155227" y="24825"/>
                          <a:pt x="184581" y="-1221"/>
                          <a:pt x="215363" y="44"/>
                        </a:cubicBezTo>
                        <a:cubicBezTo>
                          <a:pt x="246133" y="1309"/>
                          <a:pt x="273260" y="29680"/>
                          <a:pt x="273131" y="60483"/>
                        </a:cubicBezTo>
                        <a:cubicBezTo>
                          <a:pt x="277434" y="56720"/>
                          <a:pt x="284851" y="57434"/>
                          <a:pt x="288375" y="61932"/>
                        </a:cubicBezTo>
                        <a:cubicBezTo>
                          <a:pt x="291889" y="66429"/>
                          <a:pt x="290776" y="73803"/>
                          <a:pt x="286094" y="77069"/>
                        </a:cubicBezTo>
                        <a:cubicBezTo>
                          <a:pt x="297803" y="78334"/>
                          <a:pt x="308561" y="86302"/>
                          <a:pt x="313167" y="97146"/>
                        </a:cubicBezTo>
                        <a:cubicBezTo>
                          <a:pt x="317773" y="107991"/>
                          <a:pt x="316043" y="121268"/>
                          <a:pt x="308821" y="130577"/>
                        </a:cubicBezTo>
                        <a:cubicBezTo>
                          <a:pt x="322022" y="114445"/>
                          <a:pt x="346781" y="111818"/>
                          <a:pt x="365627" y="120716"/>
                        </a:cubicBezTo>
                        <a:cubicBezTo>
                          <a:pt x="370946" y="105990"/>
                          <a:pt x="380125" y="92237"/>
                          <a:pt x="393359" y="83880"/>
                        </a:cubicBezTo>
                        <a:cubicBezTo>
                          <a:pt x="406593" y="75522"/>
                          <a:pt x="424184" y="73295"/>
                          <a:pt x="438110" y="80453"/>
                        </a:cubicBezTo>
                        <a:cubicBezTo>
                          <a:pt x="452035" y="87610"/>
                          <a:pt x="460642" y="104974"/>
                          <a:pt x="455712" y="119830"/>
                        </a:cubicBezTo>
                        <a:cubicBezTo>
                          <a:pt x="459290" y="113721"/>
                          <a:pt x="467518" y="110834"/>
                          <a:pt x="474124" y="113342"/>
                        </a:cubicBezTo>
                        <a:cubicBezTo>
                          <a:pt x="480741" y="115862"/>
                          <a:pt x="484958" y="123495"/>
                          <a:pt x="483574" y="130426"/>
                        </a:cubicBezTo>
                        <a:cubicBezTo>
                          <a:pt x="496472" y="118186"/>
                          <a:pt x="518096" y="116489"/>
                          <a:pt x="532747" y="126576"/>
                        </a:cubicBezTo>
                        <a:cubicBezTo>
                          <a:pt x="547396" y="136664"/>
                          <a:pt x="553527" y="157466"/>
                          <a:pt x="546683" y="173889"/>
                        </a:cubicBezTo>
                        <a:cubicBezTo>
                          <a:pt x="477249" y="182906"/>
                          <a:pt x="405404" y="189350"/>
                          <a:pt x="335494" y="185339"/>
                        </a:cubicBezTo>
                        <a:cubicBezTo>
                          <a:pt x="213319" y="178344"/>
                          <a:pt x="92918" y="122597"/>
                          <a:pt x="0" y="429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16" name="Google Shape;516;p11"/>
                  <p:cNvGrpSpPr/>
                  <p:nvPr/>
                </p:nvGrpSpPr>
                <p:grpSpPr>
                  <a:xfrm flipH="1">
                    <a:off x="3383561" y="3744257"/>
                    <a:ext cx="5757520" cy="862356"/>
                    <a:chOff x="-1" y="3744257"/>
                    <a:chExt cx="5757520" cy="862356"/>
                  </a:xfrm>
                </p:grpSpPr>
                <p:sp>
                  <p:nvSpPr>
                    <p:cNvPr id="517" name="Google Shape;517;p11"/>
                    <p:cNvSpPr/>
                    <p:nvPr/>
                  </p:nvSpPr>
                  <p:spPr>
                    <a:xfrm>
                      <a:off x="-1" y="3924389"/>
                      <a:ext cx="5151374" cy="682083"/>
                    </a:xfrm>
                    <a:custGeom>
                      <a:rect b="b" l="l" r="r" t="t"/>
                      <a:pathLst>
                        <a:path extrusionOk="0" h="186872" w="1169438">
                          <a:moveTo>
                            <a:pt x="1073559" y="155615"/>
                          </a:moveTo>
                          <a:cubicBezTo>
                            <a:pt x="1047815" y="155962"/>
                            <a:pt x="1022180" y="158643"/>
                            <a:pt x="996664" y="161875"/>
                          </a:cubicBezTo>
                          <a:cubicBezTo>
                            <a:pt x="973332" y="164827"/>
                            <a:pt x="949654" y="165141"/>
                            <a:pt x="926117" y="162730"/>
                          </a:cubicBezTo>
                          <a:cubicBezTo>
                            <a:pt x="787962" y="148609"/>
                            <a:pt x="683724" y="17482"/>
                            <a:pt x="545753" y="1654"/>
                          </a:cubicBezTo>
                          <a:cubicBezTo>
                            <a:pt x="493899" y="-4293"/>
                            <a:pt x="450100" y="5708"/>
                            <a:pt x="405274" y="33127"/>
                          </a:cubicBezTo>
                          <a:cubicBezTo>
                            <a:pt x="369065" y="55281"/>
                            <a:pt x="336683" y="83295"/>
                            <a:pt x="300301" y="105178"/>
                          </a:cubicBezTo>
                          <a:cubicBezTo>
                            <a:pt x="243322" y="139473"/>
                            <a:pt x="176948" y="157984"/>
                            <a:pt x="110444" y="158146"/>
                          </a:cubicBezTo>
                          <a:cubicBezTo>
                            <a:pt x="73067" y="158232"/>
                            <a:pt x="35701" y="152523"/>
                            <a:pt x="0" y="141474"/>
                          </a:cubicBezTo>
                          <a:lnTo>
                            <a:pt x="0" y="186873"/>
                          </a:lnTo>
                          <a:lnTo>
                            <a:pt x="1169439" y="186873"/>
                          </a:lnTo>
                          <a:cubicBezTo>
                            <a:pt x="1154832" y="175909"/>
                            <a:pt x="1139663" y="166157"/>
                            <a:pt x="1122245" y="160892"/>
                          </a:cubicBezTo>
                          <a:cubicBezTo>
                            <a:pt x="1106557" y="156145"/>
                            <a:pt x="1089950" y="155388"/>
                            <a:pt x="1073559" y="15560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8" name="Google Shape;518;p11"/>
                    <p:cNvSpPr/>
                    <p:nvPr/>
                  </p:nvSpPr>
                  <p:spPr>
                    <a:xfrm>
                      <a:off x="-1" y="3924389"/>
                      <a:ext cx="5151374" cy="682083"/>
                    </a:xfrm>
                    <a:custGeom>
                      <a:rect b="b" l="l" r="r" t="t"/>
                      <a:pathLst>
                        <a:path extrusionOk="0" h="186872" w="1169438">
                          <a:moveTo>
                            <a:pt x="1073559" y="155615"/>
                          </a:moveTo>
                          <a:cubicBezTo>
                            <a:pt x="1047815" y="155962"/>
                            <a:pt x="1022180" y="158643"/>
                            <a:pt x="996664" y="161875"/>
                          </a:cubicBezTo>
                          <a:cubicBezTo>
                            <a:pt x="973332" y="164827"/>
                            <a:pt x="949654" y="165141"/>
                            <a:pt x="926117" y="162730"/>
                          </a:cubicBezTo>
                          <a:cubicBezTo>
                            <a:pt x="787962" y="148609"/>
                            <a:pt x="683724" y="17482"/>
                            <a:pt x="545753" y="1654"/>
                          </a:cubicBezTo>
                          <a:cubicBezTo>
                            <a:pt x="493899" y="-4293"/>
                            <a:pt x="450100" y="5708"/>
                            <a:pt x="405274" y="33127"/>
                          </a:cubicBezTo>
                          <a:cubicBezTo>
                            <a:pt x="369065" y="55281"/>
                            <a:pt x="336683" y="83295"/>
                            <a:pt x="300301" y="105178"/>
                          </a:cubicBezTo>
                          <a:cubicBezTo>
                            <a:pt x="243322" y="139473"/>
                            <a:pt x="176948" y="157984"/>
                            <a:pt x="110444" y="158146"/>
                          </a:cubicBezTo>
                          <a:cubicBezTo>
                            <a:pt x="73067" y="158232"/>
                            <a:pt x="35701" y="152523"/>
                            <a:pt x="0" y="141474"/>
                          </a:cubicBezTo>
                          <a:lnTo>
                            <a:pt x="0" y="186873"/>
                          </a:lnTo>
                          <a:lnTo>
                            <a:pt x="1169439" y="186873"/>
                          </a:lnTo>
                          <a:cubicBezTo>
                            <a:pt x="1154832" y="175909"/>
                            <a:pt x="1139663" y="166157"/>
                            <a:pt x="1122245" y="160892"/>
                          </a:cubicBezTo>
                          <a:cubicBezTo>
                            <a:pt x="1106557" y="156145"/>
                            <a:pt x="1089950" y="155388"/>
                            <a:pt x="1073559" y="155605"/>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9" name="Google Shape;519;p11"/>
                    <p:cNvSpPr/>
                    <p:nvPr/>
                  </p:nvSpPr>
                  <p:spPr>
                    <a:xfrm>
                      <a:off x="48" y="3744257"/>
                      <a:ext cx="5757472" cy="862356"/>
                    </a:xfrm>
                    <a:custGeom>
                      <a:rect b="b" l="l" r="r" t="t"/>
                      <a:pathLst>
                        <a:path extrusionOk="0" h="236262" w="1307031">
                          <a:moveTo>
                            <a:pt x="1109130" y="157584"/>
                          </a:moveTo>
                          <a:cubicBezTo>
                            <a:pt x="1073159" y="160493"/>
                            <a:pt x="1038117" y="171456"/>
                            <a:pt x="1002081" y="173240"/>
                          </a:cubicBezTo>
                          <a:cubicBezTo>
                            <a:pt x="832907" y="181619"/>
                            <a:pt x="702126" y="-7449"/>
                            <a:pt x="532919" y="228"/>
                          </a:cubicBezTo>
                          <a:cubicBezTo>
                            <a:pt x="403771" y="6088"/>
                            <a:pt x="305912" y="124975"/>
                            <a:pt x="179294" y="151086"/>
                          </a:cubicBezTo>
                          <a:cubicBezTo>
                            <a:pt x="118596" y="163606"/>
                            <a:pt x="53865" y="151951"/>
                            <a:pt x="0" y="121505"/>
                          </a:cubicBezTo>
                          <a:lnTo>
                            <a:pt x="0" y="190853"/>
                          </a:lnTo>
                          <a:cubicBezTo>
                            <a:pt x="35701" y="201913"/>
                            <a:pt x="73067" y="207622"/>
                            <a:pt x="110444" y="207525"/>
                          </a:cubicBezTo>
                          <a:cubicBezTo>
                            <a:pt x="176948" y="207362"/>
                            <a:pt x="243311" y="188852"/>
                            <a:pt x="300301" y="154557"/>
                          </a:cubicBezTo>
                          <a:cubicBezTo>
                            <a:pt x="336672" y="132663"/>
                            <a:pt x="369054" y="104660"/>
                            <a:pt x="405274" y="82506"/>
                          </a:cubicBezTo>
                          <a:cubicBezTo>
                            <a:pt x="450089" y="55087"/>
                            <a:pt x="493889" y="45086"/>
                            <a:pt x="545753" y="51033"/>
                          </a:cubicBezTo>
                          <a:cubicBezTo>
                            <a:pt x="683713" y="66861"/>
                            <a:pt x="787962" y="197988"/>
                            <a:pt x="926117" y="212109"/>
                          </a:cubicBezTo>
                          <a:cubicBezTo>
                            <a:pt x="949654" y="214520"/>
                            <a:pt x="973332" y="214206"/>
                            <a:pt x="996664" y="211254"/>
                          </a:cubicBezTo>
                          <a:cubicBezTo>
                            <a:pt x="1022180" y="208032"/>
                            <a:pt x="1047815" y="205341"/>
                            <a:pt x="1073559" y="204994"/>
                          </a:cubicBezTo>
                          <a:cubicBezTo>
                            <a:pt x="1089950" y="204778"/>
                            <a:pt x="1106557" y="205535"/>
                            <a:pt x="1122245" y="210281"/>
                          </a:cubicBezTo>
                          <a:cubicBezTo>
                            <a:pt x="1139674" y="215547"/>
                            <a:pt x="1154843" y="225288"/>
                            <a:pt x="1169439" y="236263"/>
                          </a:cubicBezTo>
                          <a:lnTo>
                            <a:pt x="1307031" y="236263"/>
                          </a:lnTo>
                          <a:cubicBezTo>
                            <a:pt x="1257653" y="181878"/>
                            <a:pt x="1182435" y="151670"/>
                            <a:pt x="1109130" y="15759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grpSp>
            <p:nvGrpSpPr>
              <p:cNvPr id="520" name="Google Shape;520;p11"/>
              <p:cNvGrpSpPr/>
              <p:nvPr/>
            </p:nvGrpSpPr>
            <p:grpSpPr>
              <a:xfrm>
                <a:off x="43" y="4603847"/>
                <a:ext cx="9144293" cy="539950"/>
                <a:chOff x="43" y="4603847"/>
                <a:chExt cx="9144293" cy="539950"/>
              </a:xfrm>
            </p:grpSpPr>
            <p:sp>
              <p:nvSpPr>
                <p:cNvPr id="521" name="Google Shape;521;p11"/>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2" name="Google Shape;522;p11"/>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3" name="Google Shape;523;p11"/>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4" name="Google Shape;524;p11"/>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5" name="Google Shape;525;p11"/>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6" name="Google Shape;526;p11"/>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27" name="Google Shape;527;p11"/>
                <p:cNvGrpSpPr/>
                <p:nvPr/>
              </p:nvGrpSpPr>
              <p:grpSpPr>
                <a:xfrm>
                  <a:off x="206231" y="4759958"/>
                  <a:ext cx="339829" cy="252642"/>
                  <a:chOff x="206231" y="4759958"/>
                  <a:chExt cx="339829" cy="252642"/>
                </a:xfrm>
              </p:grpSpPr>
              <p:sp>
                <p:nvSpPr>
                  <p:cNvPr id="528" name="Google Shape;528;p11"/>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9" name="Google Shape;529;p11"/>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30" name="Google Shape;530;p11"/>
                <p:cNvGrpSpPr/>
                <p:nvPr/>
              </p:nvGrpSpPr>
              <p:grpSpPr>
                <a:xfrm>
                  <a:off x="609226" y="4765719"/>
                  <a:ext cx="323828" cy="223114"/>
                  <a:chOff x="609226" y="4765719"/>
                  <a:chExt cx="323828" cy="223114"/>
                </a:xfrm>
              </p:grpSpPr>
              <p:sp>
                <p:nvSpPr>
                  <p:cNvPr id="531" name="Google Shape;531;p11"/>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2" name="Google Shape;532;p11"/>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33" name="Google Shape;533;p11"/>
                <p:cNvGrpSpPr/>
                <p:nvPr/>
              </p:nvGrpSpPr>
              <p:grpSpPr>
                <a:xfrm>
                  <a:off x="1292902" y="4770096"/>
                  <a:ext cx="343944" cy="212303"/>
                  <a:chOff x="1292902" y="4770096"/>
                  <a:chExt cx="343944" cy="212303"/>
                </a:xfrm>
              </p:grpSpPr>
              <p:sp>
                <p:nvSpPr>
                  <p:cNvPr id="534" name="Google Shape;534;p11"/>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5" name="Google Shape;535;p11"/>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6" name="Google Shape;536;p11"/>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37" name="Google Shape;537;p11"/>
                <p:cNvGrpSpPr/>
                <p:nvPr/>
              </p:nvGrpSpPr>
              <p:grpSpPr>
                <a:xfrm>
                  <a:off x="7907471" y="4759958"/>
                  <a:ext cx="339829" cy="252642"/>
                  <a:chOff x="7907471" y="4759958"/>
                  <a:chExt cx="339829" cy="252642"/>
                </a:xfrm>
              </p:grpSpPr>
              <p:sp>
                <p:nvSpPr>
                  <p:cNvPr id="538" name="Google Shape;538;p11"/>
                  <p:cNvSpPr/>
                  <p:nvPr/>
                </p:nvSpPr>
                <p:spPr>
                  <a:xfrm>
                    <a:off x="7980286" y="4766784"/>
                    <a:ext cx="267013" cy="245817"/>
                  </a:xfrm>
                  <a:custGeom>
                    <a:rect b="b" l="l" r="r" t="t"/>
                    <a:pathLst>
                      <a:path extrusionOk="0" h="67347" w="60616">
                        <a:moveTo>
                          <a:pt x="60606" y="0"/>
                        </a:moveTo>
                        <a:cubicBezTo>
                          <a:pt x="53546" y="638"/>
                          <a:pt x="45923" y="3005"/>
                          <a:pt x="38604" y="6973"/>
                        </a:cubicBezTo>
                        <a:cubicBezTo>
                          <a:pt x="31284" y="10920"/>
                          <a:pt x="24289" y="16434"/>
                          <a:pt x="18407" y="22975"/>
                        </a:cubicBezTo>
                        <a:cubicBezTo>
                          <a:pt x="12525"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9" name="Google Shape;539;p11"/>
                  <p:cNvSpPr/>
                  <p:nvPr/>
                </p:nvSpPr>
                <p:spPr>
                  <a:xfrm>
                    <a:off x="7907471" y="4759958"/>
                    <a:ext cx="124824" cy="239977"/>
                  </a:xfrm>
                  <a:custGeom>
                    <a:rect b="b" l="l" r="r" t="t"/>
                    <a:pathLst>
                      <a:path extrusionOk="0" h="65747" w="28337">
                        <a:moveTo>
                          <a:pt x="0" y="11"/>
                        </a:moveTo>
                        <a:cubicBezTo>
                          <a:pt x="1633" y="10952"/>
                          <a:pt x="5482" y="22683"/>
                          <a:pt x="9990" y="34101"/>
                        </a:cubicBezTo>
                        <a:cubicBezTo>
                          <a:pt x="14553" y="45507"/>
                          <a:pt x="19808"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40" name="Google Shape;540;p11"/>
                <p:cNvGrpSpPr/>
                <p:nvPr/>
              </p:nvGrpSpPr>
              <p:grpSpPr>
                <a:xfrm>
                  <a:off x="8310466" y="4765719"/>
                  <a:ext cx="323832" cy="223114"/>
                  <a:chOff x="8310466" y="4765719"/>
                  <a:chExt cx="323832" cy="223114"/>
                </a:xfrm>
              </p:grpSpPr>
              <p:sp>
                <p:nvSpPr>
                  <p:cNvPr id="541" name="Google Shape;541;p11"/>
                  <p:cNvSpPr/>
                  <p:nvPr/>
                </p:nvSpPr>
                <p:spPr>
                  <a:xfrm>
                    <a:off x="8310466" y="4765719"/>
                    <a:ext cx="146206" cy="203907"/>
                  </a:xfrm>
                  <a:custGeom>
                    <a:rect b="b" l="l" r="r" t="t"/>
                    <a:pathLst>
                      <a:path extrusionOk="0" h="55865" w="33191">
                        <a:moveTo>
                          <a:pt x="33191" y="11"/>
                        </a:moveTo>
                        <a:cubicBezTo>
                          <a:pt x="28413" y="1654"/>
                          <a:pt x="23526" y="4184"/>
                          <a:pt x="18866" y="7720"/>
                        </a:cubicBezTo>
                        <a:cubicBezTo>
                          <a:pt x="14217" y="11244"/>
                          <a:pt x="9784" y="15829"/>
                          <a:pt x="6356" y="21310"/>
                        </a:cubicBezTo>
                        <a:cubicBezTo>
                          <a:pt x="2929" y="26803"/>
                          <a:pt x="658" y="33160"/>
                          <a:pt x="128" y="39377"/>
                        </a:cubicBezTo>
                        <a:cubicBezTo>
                          <a:pt x="-434" y="45594"/>
                          <a:pt x="875" y="51584"/>
                          <a:pt x="3556" y="55865"/>
                        </a:cubicBezTo>
                        <a:lnTo>
                          <a:pt x="3556" y="55865"/>
                        </a:lnTo>
                        <a:cubicBezTo>
                          <a:pt x="7286" y="46470"/>
                          <a:pt x="12281" y="37658"/>
                          <a:pt x="17958" y="28543"/>
                        </a:cubicBezTo>
                        <a:cubicBezTo>
                          <a:pt x="20801" y="23981"/>
                          <a:pt x="23807" y="19310"/>
                          <a:pt x="26532"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2" name="Google Shape;542;p11"/>
                  <p:cNvSpPr/>
                  <p:nvPr/>
                </p:nvSpPr>
                <p:spPr>
                  <a:xfrm>
                    <a:off x="8366831"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2" y="40876"/>
                          <a:pt x="97" y="47958"/>
                          <a:pt x="0" y="54380"/>
                        </a:cubicBezTo>
                        <a:lnTo>
                          <a:pt x="0" y="54380"/>
                        </a:lnTo>
                        <a:cubicBezTo>
                          <a:pt x="10466" y="46855"/>
                          <a:pt x="20856" y="37557"/>
                          <a:pt x="31268" y="28302"/>
                        </a:cubicBezTo>
                        <a:cubicBezTo>
                          <a:pt x="41636"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43" name="Google Shape;543;p11"/>
                <p:cNvGrpSpPr/>
                <p:nvPr/>
              </p:nvGrpSpPr>
              <p:grpSpPr>
                <a:xfrm>
                  <a:off x="8769488" y="4770096"/>
                  <a:ext cx="343944" cy="212303"/>
                  <a:chOff x="8769488" y="4770096"/>
                  <a:chExt cx="343944" cy="212303"/>
                </a:xfrm>
              </p:grpSpPr>
              <p:sp>
                <p:nvSpPr>
                  <p:cNvPr id="544" name="Google Shape;544;p11"/>
                  <p:cNvSpPr/>
                  <p:nvPr/>
                </p:nvSpPr>
                <p:spPr>
                  <a:xfrm>
                    <a:off x="8769488"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5" name="Google Shape;545;p11"/>
                  <p:cNvSpPr/>
                  <p:nvPr/>
                </p:nvSpPr>
                <p:spPr>
                  <a:xfrm>
                    <a:off x="8895286" y="4798061"/>
                    <a:ext cx="48385" cy="165666"/>
                  </a:xfrm>
                  <a:custGeom>
                    <a:rect b="b" l="l" r="r" t="t"/>
                    <a:pathLst>
                      <a:path extrusionOk="0" h="45388" w="10984">
                        <a:moveTo>
                          <a:pt x="4546" y="0"/>
                        </a:moveTo>
                        <a:cubicBezTo>
                          <a:pt x="2827" y="6984"/>
                          <a:pt x="1919" y="14780"/>
                          <a:pt x="1141" y="22575"/>
                        </a:cubicBezTo>
                        <a:cubicBezTo>
                          <a:pt x="395" y="30371"/>
                          <a:pt x="-244" y="38198"/>
                          <a:pt x="92" y="45388"/>
                        </a:cubicBezTo>
                        <a:lnTo>
                          <a:pt x="92" y="45388"/>
                        </a:lnTo>
                        <a:cubicBezTo>
                          <a:pt x="5681" y="40901"/>
                          <a:pt x="9963" y="32479"/>
                          <a:pt x="10796" y="23526"/>
                        </a:cubicBezTo>
                        <a:cubicBezTo>
                          <a:pt x="11726"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6" name="Google Shape;546;p11"/>
                  <p:cNvSpPr/>
                  <p:nvPr/>
                </p:nvSpPr>
                <p:spPr>
                  <a:xfrm>
                    <a:off x="8914969" y="4787570"/>
                    <a:ext cx="198463" cy="194830"/>
                  </a:xfrm>
                  <a:custGeom>
                    <a:rect b="b" l="l" r="r" t="t"/>
                    <a:pathLst>
                      <a:path extrusionOk="0" h="53378" w="45054">
                        <a:moveTo>
                          <a:pt x="45054" y="0"/>
                        </a:moveTo>
                        <a:cubicBezTo>
                          <a:pt x="39583" y="346"/>
                          <a:pt x="33605"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47" name="Google Shape;547;p11"/>
                <p:cNvGrpSpPr/>
                <p:nvPr/>
              </p:nvGrpSpPr>
              <p:grpSpPr>
                <a:xfrm>
                  <a:off x="4344901" y="4806225"/>
                  <a:ext cx="237616" cy="159509"/>
                  <a:chOff x="4344901" y="4806225"/>
                  <a:chExt cx="237616" cy="159509"/>
                </a:xfrm>
              </p:grpSpPr>
              <p:sp>
                <p:nvSpPr>
                  <p:cNvPr id="548" name="Google Shape;548;p11"/>
                  <p:cNvSpPr/>
                  <p:nvPr/>
                </p:nvSpPr>
                <p:spPr>
                  <a:xfrm>
                    <a:off x="4344901" y="4806225"/>
                    <a:ext cx="125419" cy="159509"/>
                  </a:xfrm>
                  <a:custGeom>
                    <a:rect b="b" l="l" r="r" t="t"/>
                    <a:pathLst>
                      <a:path extrusionOk="0" h="43701" w="28472">
                        <a:moveTo>
                          <a:pt x="28472" y="0"/>
                        </a:moveTo>
                        <a:cubicBezTo>
                          <a:pt x="20688" y="2292"/>
                          <a:pt x="12535" y="8768"/>
                          <a:pt x="7151" y="17191"/>
                        </a:cubicBezTo>
                        <a:cubicBezTo>
                          <a:pt x="1691" y="25570"/>
                          <a:pt x="-850" y="35658"/>
                          <a:pt x="253" y="43702"/>
                        </a:cubicBezTo>
                        <a:lnTo>
                          <a:pt x="253" y="43702"/>
                        </a:lnTo>
                        <a:cubicBezTo>
                          <a:pt x="6092" y="38037"/>
                          <a:pt x="11465" y="30727"/>
                          <a:pt x="16374" y="23159"/>
                        </a:cubicBezTo>
                        <a:cubicBezTo>
                          <a:pt x="21250" y="15569"/>
                          <a:pt x="25715" y="7665"/>
                          <a:pt x="28472" y="11"/>
                        </a:cubicBezTo>
                        <a:lnTo>
                          <a:pt x="28472" y="11"/>
                        </a:lnTo>
                        <a:cubicBezTo>
                          <a:pt x="28472" y="11"/>
                          <a:pt x="28472" y="11"/>
                          <a:pt x="28472" y="1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9" name="Google Shape;549;p11"/>
                  <p:cNvSpPr/>
                  <p:nvPr/>
                </p:nvSpPr>
                <p:spPr>
                  <a:xfrm>
                    <a:off x="4372914" y="4811471"/>
                    <a:ext cx="209603" cy="144277"/>
                  </a:xfrm>
                  <a:custGeom>
                    <a:rect b="b" l="l" r="r" t="t"/>
                    <a:pathLst>
                      <a:path extrusionOk="0" h="39528" w="47583">
                        <a:moveTo>
                          <a:pt x="47583" y="0"/>
                        </a:moveTo>
                        <a:cubicBezTo>
                          <a:pt x="37950" y="87"/>
                          <a:pt x="26576" y="4649"/>
                          <a:pt x="17526" y="12217"/>
                        </a:cubicBezTo>
                        <a:cubicBezTo>
                          <a:pt x="8423" y="19732"/>
                          <a:pt x="1849" y="30079"/>
                          <a:pt x="0" y="39528"/>
                        </a:cubicBezTo>
                        <a:lnTo>
                          <a:pt x="0" y="39528"/>
                        </a:lnTo>
                        <a:cubicBezTo>
                          <a:pt x="8736" y="35420"/>
                          <a:pt x="17559" y="29116"/>
                          <a:pt x="25851" y="22251"/>
                        </a:cubicBezTo>
                        <a:cubicBezTo>
                          <a:pt x="34122" y="15353"/>
                          <a:pt x="41929" y="7828"/>
                          <a:pt x="47572" y="0"/>
                        </a:cubicBezTo>
                        <a:lnTo>
                          <a:pt x="47572"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50" name="Google Shape;550;p11"/>
                <p:cNvGrpSpPr/>
                <p:nvPr/>
              </p:nvGrpSpPr>
              <p:grpSpPr>
                <a:xfrm>
                  <a:off x="4627559" y="4826661"/>
                  <a:ext cx="393158" cy="170393"/>
                  <a:chOff x="4627559" y="4826661"/>
                  <a:chExt cx="393158" cy="170393"/>
                </a:xfrm>
              </p:grpSpPr>
              <p:sp>
                <p:nvSpPr>
                  <p:cNvPr id="551" name="Google Shape;551;p11"/>
                  <p:cNvSpPr/>
                  <p:nvPr/>
                </p:nvSpPr>
                <p:spPr>
                  <a:xfrm>
                    <a:off x="4627559" y="4829178"/>
                    <a:ext cx="132494" cy="160418"/>
                  </a:xfrm>
                  <a:custGeom>
                    <a:rect b="b" l="l" r="r" t="t"/>
                    <a:pathLst>
                      <a:path extrusionOk="0" h="43950" w="30078">
                        <a:moveTo>
                          <a:pt x="0" y="0"/>
                        </a:moveTo>
                        <a:cubicBezTo>
                          <a:pt x="3438" y="7590"/>
                          <a:pt x="8347" y="15331"/>
                          <a:pt x="13439" y="22921"/>
                        </a:cubicBezTo>
                        <a:cubicBezTo>
                          <a:pt x="18564" y="30479"/>
                          <a:pt x="23916" y="37918"/>
                          <a:pt x="29679" y="43950"/>
                        </a:cubicBezTo>
                        <a:lnTo>
                          <a:pt x="29679" y="43950"/>
                        </a:lnTo>
                        <a:cubicBezTo>
                          <a:pt x="30381" y="39853"/>
                          <a:pt x="30165" y="35171"/>
                          <a:pt x="28976" y="30435"/>
                        </a:cubicBezTo>
                        <a:cubicBezTo>
                          <a:pt x="27797" y="25700"/>
                          <a:pt x="25667" y="20911"/>
                          <a:pt x="22770" y="16629"/>
                        </a:cubicBezTo>
                        <a:cubicBezTo>
                          <a:pt x="19872" y="12347"/>
                          <a:pt x="16240" y="8574"/>
                          <a:pt x="12282" y="5720"/>
                        </a:cubicBezTo>
                        <a:cubicBezTo>
                          <a:pt x="8325" y="2854"/>
                          <a:pt x="4065" y="897"/>
                          <a:pt x="0" y="11"/>
                        </a:cubicBezTo>
                        <a:lnTo>
                          <a:pt x="0" y="11"/>
                        </a:ln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2" name="Google Shape;552;p11"/>
                  <p:cNvSpPr/>
                  <p:nvPr/>
                </p:nvSpPr>
                <p:spPr>
                  <a:xfrm>
                    <a:off x="4744022" y="4826661"/>
                    <a:ext cx="234544" cy="170393"/>
                  </a:xfrm>
                  <a:custGeom>
                    <a:rect b="b" l="l" r="r" t="t"/>
                    <a:pathLst>
                      <a:path extrusionOk="0" h="46683" w="53245">
                        <a:moveTo>
                          <a:pt x="53245" y="766"/>
                        </a:moveTo>
                        <a:cubicBezTo>
                          <a:pt x="47764" y="-467"/>
                          <a:pt x="41266" y="-240"/>
                          <a:pt x="34757" y="1652"/>
                        </a:cubicBezTo>
                        <a:cubicBezTo>
                          <a:pt x="28248" y="3512"/>
                          <a:pt x="21772" y="7026"/>
                          <a:pt x="16312" y="11740"/>
                        </a:cubicBezTo>
                        <a:cubicBezTo>
                          <a:pt x="10852" y="16454"/>
                          <a:pt x="6441" y="22357"/>
                          <a:pt x="3651" y="28520"/>
                        </a:cubicBezTo>
                        <a:cubicBezTo>
                          <a:pt x="840" y="34683"/>
                          <a:pt x="-339" y="41084"/>
                          <a:pt x="83" y="46684"/>
                        </a:cubicBezTo>
                        <a:lnTo>
                          <a:pt x="83" y="46684"/>
                        </a:lnTo>
                        <a:cubicBezTo>
                          <a:pt x="83" y="46684"/>
                          <a:pt x="83" y="46684"/>
                          <a:pt x="83" y="46684"/>
                        </a:cubicBezTo>
                        <a:cubicBezTo>
                          <a:pt x="8614" y="39289"/>
                          <a:pt x="17220" y="31050"/>
                          <a:pt x="26270" y="23265"/>
                        </a:cubicBezTo>
                        <a:cubicBezTo>
                          <a:pt x="35287" y="15448"/>
                          <a:pt x="44693" y="8128"/>
                          <a:pt x="53245" y="777"/>
                        </a:cubicBezTo>
                        <a:lnTo>
                          <a:pt x="53245" y="777"/>
                        </a:lnTo>
                        <a:lnTo>
                          <a:pt x="53245" y="777"/>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3" name="Google Shape;553;p11"/>
                  <p:cNvSpPr/>
                  <p:nvPr/>
                </p:nvSpPr>
                <p:spPr>
                  <a:xfrm>
                    <a:off x="4737818" y="4867081"/>
                    <a:ext cx="282898" cy="118468"/>
                  </a:xfrm>
                  <a:custGeom>
                    <a:rect b="b" l="l" r="r" t="t"/>
                    <a:pathLst>
                      <a:path extrusionOk="0" h="32457" w="64222">
                        <a:moveTo>
                          <a:pt x="64223" y="1449"/>
                        </a:moveTo>
                        <a:cubicBezTo>
                          <a:pt x="58849" y="-10"/>
                          <a:pt x="52632" y="-389"/>
                          <a:pt x="46178" y="411"/>
                        </a:cubicBezTo>
                        <a:cubicBezTo>
                          <a:pt x="39734" y="1201"/>
                          <a:pt x="33085" y="3179"/>
                          <a:pt x="26900" y="6163"/>
                        </a:cubicBezTo>
                        <a:cubicBezTo>
                          <a:pt x="20726" y="9148"/>
                          <a:pt x="15040" y="13126"/>
                          <a:pt x="10412" y="17689"/>
                        </a:cubicBezTo>
                        <a:cubicBezTo>
                          <a:pt x="5774" y="22241"/>
                          <a:pt x="2195" y="27355"/>
                          <a:pt x="0" y="32458"/>
                        </a:cubicBezTo>
                        <a:lnTo>
                          <a:pt x="0" y="32458"/>
                        </a:lnTo>
                        <a:cubicBezTo>
                          <a:pt x="10855" y="29874"/>
                          <a:pt x="22316" y="25084"/>
                          <a:pt x="33452" y="19743"/>
                        </a:cubicBezTo>
                        <a:cubicBezTo>
                          <a:pt x="44567" y="14348"/>
                          <a:pt x="55444" y="8358"/>
                          <a:pt x="64212" y="1460"/>
                        </a:cubicBezTo>
                        <a:lnTo>
                          <a:pt x="64212" y="146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54" name="Google Shape;554;p11"/>
                <p:cNvSpPr/>
                <p:nvPr/>
              </p:nvSpPr>
              <p:spPr>
                <a:xfrm>
                  <a:off x="2090505" y="4850202"/>
                  <a:ext cx="295236" cy="133623"/>
                </a:xfrm>
                <a:custGeom>
                  <a:rect b="b" l="l" r="r" t="t"/>
                  <a:pathLst>
                    <a:path extrusionOk="0" h="36609" w="67023">
                      <a:moveTo>
                        <a:pt x="67023" y="0"/>
                      </a:moveTo>
                      <a:cubicBezTo>
                        <a:pt x="43410" y="757"/>
                        <a:pt x="13396" y="17159"/>
                        <a:pt x="0" y="36609"/>
                      </a:cubicBezTo>
                      <a:lnTo>
                        <a:pt x="0" y="36609"/>
                      </a:lnTo>
                      <a:cubicBezTo>
                        <a:pt x="23613" y="35852"/>
                        <a:pt x="53627" y="19451"/>
                        <a:pt x="67023" y="0"/>
                      </a:cubicBezTo>
                      <a:lnTo>
                        <a:pt x="67023" y="0"/>
                      </a:lnTo>
                      <a:lnTo>
                        <a:pt x="6702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55" name="Google Shape;555;p11"/>
                <p:cNvGrpSpPr/>
                <p:nvPr/>
              </p:nvGrpSpPr>
              <p:grpSpPr>
                <a:xfrm>
                  <a:off x="2580036" y="4794866"/>
                  <a:ext cx="436020" cy="179560"/>
                  <a:chOff x="2580036" y="4794866"/>
                  <a:chExt cx="436020" cy="179560"/>
                </a:xfrm>
              </p:grpSpPr>
              <p:sp>
                <p:nvSpPr>
                  <p:cNvPr id="556" name="Google Shape;556;p11"/>
                  <p:cNvSpPr/>
                  <p:nvPr/>
                </p:nvSpPr>
                <p:spPr>
                  <a:xfrm>
                    <a:off x="2580036" y="4828113"/>
                    <a:ext cx="74356" cy="141514"/>
                  </a:xfrm>
                  <a:custGeom>
                    <a:rect b="b" l="l" r="r" t="t"/>
                    <a:pathLst>
                      <a:path extrusionOk="0" h="38771" w="16880">
                        <a:moveTo>
                          <a:pt x="55" y="0"/>
                        </a:moveTo>
                        <a:cubicBezTo>
                          <a:pt x="-723" y="13039"/>
                          <a:pt x="6780" y="30403"/>
                          <a:pt x="16825" y="38772"/>
                        </a:cubicBezTo>
                        <a:lnTo>
                          <a:pt x="16825" y="38772"/>
                        </a:lnTo>
                        <a:cubicBezTo>
                          <a:pt x="17603" y="25733"/>
                          <a:pt x="10100" y="8369"/>
                          <a:pt x="55" y="0"/>
                        </a:cubicBezTo>
                        <a:lnTo>
                          <a:pt x="55" y="0"/>
                        </a:lnTo>
                        <a:cubicBezTo>
                          <a:pt x="55" y="0"/>
                          <a:pt x="55" y="0"/>
                          <a:pt x="55"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7" name="Google Shape;557;p11"/>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8" name="Google Shape;558;p11"/>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9" name="Google Shape;559;p11"/>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60" name="Google Shape;560;p11"/>
                <p:cNvGrpSpPr/>
                <p:nvPr/>
              </p:nvGrpSpPr>
              <p:grpSpPr>
                <a:xfrm>
                  <a:off x="3055253" y="4744852"/>
                  <a:ext cx="328964" cy="214701"/>
                  <a:chOff x="3055253" y="4744852"/>
                  <a:chExt cx="328964" cy="214701"/>
                </a:xfrm>
              </p:grpSpPr>
              <p:sp>
                <p:nvSpPr>
                  <p:cNvPr id="561" name="Google Shape;561;p11"/>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2" name="Google Shape;562;p11"/>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3" name="Google Shape;563;p11"/>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64" name="Google Shape;564;p11"/>
                <p:cNvGrpSpPr/>
                <p:nvPr/>
              </p:nvGrpSpPr>
              <p:grpSpPr>
                <a:xfrm>
                  <a:off x="3435299" y="4794745"/>
                  <a:ext cx="181242" cy="177466"/>
                  <a:chOff x="3435299" y="4794745"/>
                  <a:chExt cx="181242" cy="177466"/>
                </a:xfrm>
              </p:grpSpPr>
              <p:sp>
                <p:nvSpPr>
                  <p:cNvPr id="565" name="Google Shape;565;p11"/>
                  <p:cNvSpPr/>
                  <p:nvPr/>
                </p:nvSpPr>
                <p:spPr>
                  <a:xfrm>
                    <a:off x="3435299" y="4796402"/>
                    <a:ext cx="137643" cy="175810"/>
                  </a:xfrm>
                  <a:custGeom>
                    <a:rect b="b" l="l" r="r" t="t"/>
                    <a:pathLst>
                      <a:path extrusionOk="0" h="48167" w="31247">
                        <a:moveTo>
                          <a:pt x="0" y="11"/>
                        </a:moveTo>
                        <a:cubicBezTo>
                          <a:pt x="3589" y="8239"/>
                          <a:pt x="8682" y="16661"/>
                          <a:pt x="13926" y="24954"/>
                        </a:cubicBezTo>
                        <a:cubicBezTo>
                          <a:pt x="19202" y="33225"/>
                          <a:pt x="24651" y="41410"/>
                          <a:pt x="30576" y="48167"/>
                        </a:cubicBezTo>
                        <a:lnTo>
                          <a:pt x="30576" y="48167"/>
                        </a:lnTo>
                        <a:cubicBezTo>
                          <a:pt x="31517" y="43788"/>
                          <a:pt x="31484" y="38729"/>
                          <a:pt x="30381" y="33571"/>
                        </a:cubicBezTo>
                        <a:cubicBezTo>
                          <a:pt x="29300" y="28414"/>
                          <a:pt x="27149" y="23170"/>
                          <a:pt x="24164" y="18456"/>
                        </a:cubicBezTo>
                        <a:cubicBezTo>
                          <a:pt x="21170" y="13742"/>
                          <a:pt x="17342" y="9569"/>
                          <a:pt x="13136" y="6390"/>
                        </a:cubicBezTo>
                        <a:cubicBezTo>
                          <a:pt x="8931" y="3200"/>
                          <a:pt x="4368" y="1016"/>
                          <a:pt x="11" y="0"/>
                        </a:cubicBezTo>
                        <a:lnTo>
                          <a:pt x="1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6" name="Google Shape;566;p11"/>
                  <p:cNvSpPr/>
                  <p:nvPr/>
                </p:nvSpPr>
                <p:spPr>
                  <a:xfrm>
                    <a:off x="3566765" y="4794745"/>
                    <a:ext cx="49776" cy="173915"/>
                  </a:xfrm>
                  <a:custGeom>
                    <a:rect b="b" l="l" r="r" t="t"/>
                    <a:pathLst>
                      <a:path extrusionOk="0" h="47648" w="11300">
                        <a:moveTo>
                          <a:pt x="1054" y="0"/>
                        </a:moveTo>
                        <a:cubicBezTo>
                          <a:pt x="1822" y="7579"/>
                          <a:pt x="1552" y="15213"/>
                          <a:pt x="925" y="23278"/>
                        </a:cubicBezTo>
                        <a:cubicBezTo>
                          <a:pt x="308" y="31301"/>
                          <a:pt x="-665" y="40102"/>
                          <a:pt x="665" y="47648"/>
                        </a:cubicBezTo>
                        <a:lnTo>
                          <a:pt x="665" y="47648"/>
                        </a:lnTo>
                        <a:cubicBezTo>
                          <a:pt x="3282" y="44891"/>
                          <a:pt x="5671" y="41496"/>
                          <a:pt x="7563" y="37506"/>
                        </a:cubicBezTo>
                        <a:cubicBezTo>
                          <a:pt x="9444" y="33528"/>
                          <a:pt x="10817" y="28922"/>
                          <a:pt x="11196" y="24078"/>
                        </a:cubicBezTo>
                        <a:cubicBezTo>
                          <a:pt x="11585" y="19213"/>
                          <a:pt x="10893" y="14174"/>
                          <a:pt x="9077" y="9839"/>
                        </a:cubicBezTo>
                        <a:cubicBezTo>
                          <a:pt x="7293" y="5493"/>
                          <a:pt x="4330" y="1935"/>
                          <a:pt x="1054" y="0"/>
                        </a:cubicBezTo>
                        <a:lnTo>
                          <a:pt x="105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grpSp>
          <p:nvGrpSpPr>
            <p:cNvPr id="567" name="Google Shape;567;p11"/>
            <p:cNvGrpSpPr/>
            <p:nvPr/>
          </p:nvGrpSpPr>
          <p:grpSpPr>
            <a:xfrm>
              <a:off x="25" y="0"/>
              <a:ext cx="9150776" cy="1135213"/>
              <a:chOff x="24" y="0"/>
              <a:chExt cx="9150776" cy="2380400"/>
            </a:xfrm>
          </p:grpSpPr>
          <p:sp>
            <p:nvSpPr>
              <p:cNvPr id="568" name="Google Shape;568;p11"/>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9" name="Google Shape;569;p11"/>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0" name="Google Shape;570;p11"/>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1" name="Google Shape;571;p11"/>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572" name="Google Shape;572;p11"/>
          <p:cNvSpPr txBox="1"/>
          <p:nvPr>
            <p:ph hasCustomPrompt="1" type="title"/>
          </p:nvPr>
        </p:nvSpPr>
        <p:spPr>
          <a:xfrm>
            <a:off x="5190625" y="1126900"/>
            <a:ext cx="3240300" cy="10554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73" name="Google Shape;573;p11"/>
          <p:cNvSpPr txBox="1"/>
          <p:nvPr>
            <p:ph idx="1" type="subTitle"/>
          </p:nvPr>
        </p:nvSpPr>
        <p:spPr>
          <a:xfrm>
            <a:off x="5190625" y="2179450"/>
            <a:ext cx="2742000" cy="597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574" name="Shape 57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575" name="Shape 575"/>
        <p:cNvGrpSpPr/>
        <p:nvPr/>
      </p:nvGrpSpPr>
      <p:grpSpPr>
        <a:xfrm>
          <a:off x="0" y="0"/>
          <a:ext cx="0" cy="0"/>
          <a:chOff x="0" y="0"/>
          <a:chExt cx="0" cy="0"/>
        </a:xfrm>
      </p:grpSpPr>
      <p:grpSp>
        <p:nvGrpSpPr>
          <p:cNvPr id="576" name="Google Shape;576;p13"/>
          <p:cNvGrpSpPr/>
          <p:nvPr/>
        </p:nvGrpSpPr>
        <p:grpSpPr>
          <a:xfrm>
            <a:off x="25" y="0"/>
            <a:ext cx="9150776" cy="5143797"/>
            <a:chOff x="25" y="0"/>
            <a:chExt cx="9150776" cy="5143797"/>
          </a:xfrm>
        </p:grpSpPr>
        <p:grpSp>
          <p:nvGrpSpPr>
            <p:cNvPr id="577" name="Google Shape;577;p13"/>
            <p:cNvGrpSpPr/>
            <p:nvPr/>
          </p:nvGrpSpPr>
          <p:grpSpPr>
            <a:xfrm>
              <a:off x="25" y="0"/>
              <a:ext cx="9150776" cy="1135213"/>
              <a:chOff x="24" y="0"/>
              <a:chExt cx="9150776" cy="2380400"/>
            </a:xfrm>
          </p:grpSpPr>
          <p:sp>
            <p:nvSpPr>
              <p:cNvPr id="578" name="Google Shape;578;p13"/>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9" name="Google Shape;579;p13"/>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0" name="Google Shape;580;p13"/>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1" name="Google Shape;581;p13"/>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582" name="Google Shape;582;p13"/>
            <p:cNvGrpSpPr/>
            <p:nvPr/>
          </p:nvGrpSpPr>
          <p:grpSpPr>
            <a:xfrm>
              <a:off x="43" y="4603847"/>
              <a:ext cx="9144293" cy="539950"/>
              <a:chOff x="43" y="4603847"/>
              <a:chExt cx="9144293" cy="539950"/>
            </a:xfrm>
          </p:grpSpPr>
          <p:sp>
            <p:nvSpPr>
              <p:cNvPr id="583" name="Google Shape;583;p13"/>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4" name="Google Shape;584;p13"/>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5" name="Google Shape;585;p13"/>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6" name="Google Shape;586;p13"/>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7" name="Google Shape;587;p13"/>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8" name="Google Shape;588;p13"/>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89" name="Google Shape;589;p13"/>
              <p:cNvGrpSpPr/>
              <p:nvPr/>
            </p:nvGrpSpPr>
            <p:grpSpPr>
              <a:xfrm>
                <a:off x="206231" y="4759958"/>
                <a:ext cx="339829" cy="252642"/>
                <a:chOff x="206231" y="4759958"/>
                <a:chExt cx="339829" cy="252642"/>
              </a:xfrm>
            </p:grpSpPr>
            <p:sp>
              <p:nvSpPr>
                <p:cNvPr id="590" name="Google Shape;590;p13"/>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1" name="Google Shape;591;p13"/>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92" name="Google Shape;592;p13"/>
              <p:cNvGrpSpPr/>
              <p:nvPr/>
            </p:nvGrpSpPr>
            <p:grpSpPr>
              <a:xfrm>
                <a:off x="609226" y="4765719"/>
                <a:ext cx="323828" cy="223114"/>
                <a:chOff x="609226" y="4765719"/>
                <a:chExt cx="323828" cy="223114"/>
              </a:xfrm>
            </p:grpSpPr>
            <p:sp>
              <p:nvSpPr>
                <p:cNvPr id="593" name="Google Shape;593;p13"/>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4" name="Google Shape;594;p13"/>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95" name="Google Shape;595;p13"/>
              <p:cNvGrpSpPr/>
              <p:nvPr/>
            </p:nvGrpSpPr>
            <p:grpSpPr>
              <a:xfrm>
                <a:off x="1292902" y="4770096"/>
                <a:ext cx="343944" cy="212303"/>
                <a:chOff x="1292902" y="4770096"/>
                <a:chExt cx="343944" cy="212303"/>
              </a:xfrm>
            </p:grpSpPr>
            <p:sp>
              <p:nvSpPr>
                <p:cNvPr id="596" name="Google Shape;596;p13"/>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7" name="Google Shape;597;p13"/>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8" name="Google Shape;598;p13"/>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99" name="Google Shape;599;p13"/>
              <p:cNvSpPr/>
              <p:nvPr/>
            </p:nvSpPr>
            <p:spPr>
              <a:xfrm>
                <a:off x="2090505" y="4850202"/>
                <a:ext cx="295236" cy="133623"/>
              </a:xfrm>
              <a:custGeom>
                <a:rect b="b" l="l" r="r" t="t"/>
                <a:pathLst>
                  <a:path extrusionOk="0" h="36609" w="67023">
                    <a:moveTo>
                      <a:pt x="67023" y="0"/>
                    </a:moveTo>
                    <a:cubicBezTo>
                      <a:pt x="43410" y="757"/>
                      <a:pt x="13396" y="17159"/>
                      <a:pt x="0" y="36609"/>
                    </a:cubicBezTo>
                    <a:lnTo>
                      <a:pt x="0" y="36609"/>
                    </a:lnTo>
                    <a:cubicBezTo>
                      <a:pt x="23613" y="35852"/>
                      <a:pt x="53627" y="19451"/>
                      <a:pt x="67023" y="0"/>
                    </a:cubicBezTo>
                    <a:lnTo>
                      <a:pt x="67023" y="0"/>
                    </a:lnTo>
                    <a:lnTo>
                      <a:pt x="6702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00" name="Google Shape;600;p13"/>
              <p:cNvGrpSpPr/>
              <p:nvPr/>
            </p:nvGrpSpPr>
            <p:grpSpPr>
              <a:xfrm>
                <a:off x="2580036" y="4794866"/>
                <a:ext cx="436020" cy="179560"/>
                <a:chOff x="2580036" y="4794866"/>
                <a:chExt cx="436020" cy="179560"/>
              </a:xfrm>
            </p:grpSpPr>
            <p:sp>
              <p:nvSpPr>
                <p:cNvPr id="601" name="Google Shape;601;p13"/>
                <p:cNvSpPr/>
                <p:nvPr/>
              </p:nvSpPr>
              <p:spPr>
                <a:xfrm>
                  <a:off x="2580036" y="4828113"/>
                  <a:ext cx="74356" cy="141514"/>
                </a:xfrm>
                <a:custGeom>
                  <a:rect b="b" l="l" r="r" t="t"/>
                  <a:pathLst>
                    <a:path extrusionOk="0" h="38771" w="16880">
                      <a:moveTo>
                        <a:pt x="55" y="0"/>
                      </a:moveTo>
                      <a:cubicBezTo>
                        <a:pt x="-723" y="13039"/>
                        <a:pt x="6780" y="30403"/>
                        <a:pt x="16825" y="38772"/>
                      </a:cubicBezTo>
                      <a:lnTo>
                        <a:pt x="16825" y="38772"/>
                      </a:lnTo>
                      <a:cubicBezTo>
                        <a:pt x="17603" y="25733"/>
                        <a:pt x="10100" y="8369"/>
                        <a:pt x="55" y="0"/>
                      </a:cubicBezTo>
                      <a:lnTo>
                        <a:pt x="55" y="0"/>
                      </a:lnTo>
                      <a:cubicBezTo>
                        <a:pt x="55" y="0"/>
                        <a:pt x="55" y="0"/>
                        <a:pt x="55"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2" name="Google Shape;602;p13"/>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3" name="Google Shape;603;p13"/>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4" name="Google Shape;604;p13"/>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05" name="Google Shape;605;p13"/>
              <p:cNvGrpSpPr/>
              <p:nvPr/>
            </p:nvGrpSpPr>
            <p:grpSpPr>
              <a:xfrm>
                <a:off x="3055253" y="4744852"/>
                <a:ext cx="328964" cy="214701"/>
                <a:chOff x="3055253" y="4744852"/>
                <a:chExt cx="328964" cy="214701"/>
              </a:xfrm>
            </p:grpSpPr>
            <p:sp>
              <p:nvSpPr>
                <p:cNvPr id="606" name="Google Shape;606;p13"/>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7" name="Google Shape;607;p13"/>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8" name="Google Shape;608;p13"/>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609" name="Google Shape;609;p13"/>
            <p:cNvSpPr/>
            <p:nvPr/>
          </p:nvSpPr>
          <p:spPr>
            <a:xfrm>
              <a:off x="39" y="2721749"/>
              <a:ext cx="572154" cy="104365"/>
            </a:xfrm>
            <a:custGeom>
              <a:rect b="b" l="l" r="r" t="t"/>
              <a:pathLst>
                <a:path extrusionOk="0" h="16231" w="88982">
                  <a:moveTo>
                    <a:pt x="88982" y="16232"/>
                  </a:moveTo>
                  <a:lnTo>
                    <a:pt x="0" y="16232"/>
                  </a:lnTo>
                  <a:cubicBezTo>
                    <a:pt x="3406" y="7399"/>
                    <a:pt x="9558" y="1127"/>
                    <a:pt x="18975" y="133"/>
                  </a:cubicBezTo>
                  <a:cubicBezTo>
                    <a:pt x="28392" y="-862"/>
                    <a:pt x="38188" y="3798"/>
                    <a:pt x="43356" y="11723"/>
                  </a:cubicBezTo>
                  <a:cubicBezTo>
                    <a:pt x="57660" y="4209"/>
                    <a:pt x="77273" y="5085"/>
                    <a:pt x="88971" y="162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10" name="Google Shape;610;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11" name="Google Shape;611;p13"/>
          <p:cNvSpPr txBox="1"/>
          <p:nvPr>
            <p:ph hasCustomPrompt="1" idx="2" type="title"/>
          </p:nvPr>
        </p:nvSpPr>
        <p:spPr>
          <a:xfrm>
            <a:off x="827678" y="1322525"/>
            <a:ext cx="734700" cy="705000"/>
          </a:xfrm>
          <a:prstGeom prst="rect">
            <a:avLst/>
          </a:prstGeom>
          <a:solidFill>
            <a:schemeClr val="accent1"/>
          </a:solidFill>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2" name="Google Shape;612;p13"/>
          <p:cNvSpPr txBox="1"/>
          <p:nvPr>
            <p:ph hasCustomPrompt="1" idx="3" type="title"/>
          </p:nvPr>
        </p:nvSpPr>
        <p:spPr>
          <a:xfrm>
            <a:off x="827678" y="2961800"/>
            <a:ext cx="734700" cy="705000"/>
          </a:xfrm>
          <a:prstGeom prst="rect">
            <a:avLst/>
          </a:prstGeom>
          <a:solidFill>
            <a:schemeClr val="accent1"/>
          </a:solidFill>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3" name="Google Shape;613;p13"/>
          <p:cNvSpPr txBox="1"/>
          <p:nvPr>
            <p:ph hasCustomPrompt="1" idx="4" type="title"/>
          </p:nvPr>
        </p:nvSpPr>
        <p:spPr>
          <a:xfrm>
            <a:off x="3526953" y="1322525"/>
            <a:ext cx="734700" cy="705000"/>
          </a:xfrm>
          <a:prstGeom prst="rect">
            <a:avLst/>
          </a:prstGeom>
          <a:solidFill>
            <a:schemeClr val="accent1"/>
          </a:solidFill>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4" name="Google Shape;614;p13"/>
          <p:cNvSpPr txBox="1"/>
          <p:nvPr>
            <p:ph hasCustomPrompt="1" idx="5" type="title"/>
          </p:nvPr>
        </p:nvSpPr>
        <p:spPr>
          <a:xfrm>
            <a:off x="3526953" y="2961800"/>
            <a:ext cx="734700" cy="705000"/>
          </a:xfrm>
          <a:prstGeom prst="rect">
            <a:avLst/>
          </a:prstGeom>
          <a:solidFill>
            <a:schemeClr val="accent1"/>
          </a:solidFill>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5" name="Google Shape;615;p13"/>
          <p:cNvSpPr txBox="1"/>
          <p:nvPr>
            <p:ph hasCustomPrompt="1" idx="6" type="title"/>
          </p:nvPr>
        </p:nvSpPr>
        <p:spPr>
          <a:xfrm>
            <a:off x="6226228" y="1322525"/>
            <a:ext cx="734700" cy="705000"/>
          </a:xfrm>
          <a:prstGeom prst="rect">
            <a:avLst/>
          </a:prstGeom>
          <a:solidFill>
            <a:schemeClr val="accent1"/>
          </a:solidFill>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6" name="Google Shape;616;p13"/>
          <p:cNvSpPr txBox="1"/>
          <p:nvPr>
            <p:ph hasCustomPrompt="1" idx="7" type="title"/>
          </p:nvPr>
        </p:nvSpPr>
        <p:spPr>
          <a:xfrm>
            <a:off x="6226228" y="2961800"/>
            <a:ext cx="734700" cy="705000"/>
          </a:xfrm>
          <a:prstGeom prst="rect">
            <a:avLst/>
          </a:prstGeom>
          <a:solidFill>
            <a:schemeClr val="accent1"/>
          </a:solidFill>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7" name="Google Shape;617;p13"/>
          <p:cNvSpPr txBox="1"/>
          <p:nvPr>
            <p:ph idx="1" type="subTitle"/>
          </p:nvPr>
        </p:nvSpPr>
        <p:spPr>
          <a:xfrm>
            <a:off x="720000" y="2054850"/>
            <a:ext cx="2139600" cy="66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8" name="Google Shape;618;p13"/>
          <p:cNvSpPr txBox="1"/>
          <p:nvPr>
            <p:ph idx="8" type="subTitle"/>
          </p:nvPr>
        </p:nvSpPr>
        <p:spPr>
          <a:xfrm>
            <a:off x="3419275" y="2054850"/>
            <a:ext cx="2139600" cy="66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9" name="Google Shape;619;p13"/>
          <p:cNvSpPr txBox="1"/>
          <p:nvPr>
            <p:ph idx="9" type="subTitle"/>
          </p:nvPr>
        </p:nvSpPr>
        <p:spPr>
          <a:xfrm>
            <a:off x="6118550" y="2054850"/>
            <a:ext cx="2139600" cy="66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20" name="Google Shape;620;p13"/>
          <p:cNvSpPr txBox="1"/>
          <p:nvPr>
            <p:ph idx="13" type="subTitle"/>
          </p:nvPr>
        </p:nvSpPr>
        <p:spPr>
          <a:xfrm>
            <a:off x="720000" y="3694050"/>
            <a:ext cx="2139600" cy="66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21" name="Google Shape;621;p13"/>
          <p:cNvSpPr txBox="1"/>
          <p:nvPr>
            <p:ph idx="14" type="subTitle"/>
          </p:nvPr>
        </p:nvSpPr>
        <p:spPr>
          <a:xfrm>
            <a:off x="3419275" y="3694050"/>
            <a:ext cx="2139600" cy="66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22" name="Google Shape;622;p13"/>
          <p:cNvSpPr txBox="1"/>
          <p:nvPr>
            <p:ph idx="15" type="subTitle"/>
          </p:nvPr>
        </p:nvSpPr>
        <p:spPr>
          <a:xfrm>
            <a:off x="6118550" y="3694050"/>
            <a:ext cx="2139600" cy="66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623" name="Shape 623"/>
        <p:cNvGrpSpPr/>
        <p:nvPr/>
      </p:nvGrpSpPr>
      <p:grpSpPr>
        <a:xfrm>
          <a:off x="0" y="0"/>
          <a:ext cx="0" cy="0"/>
          <a:chOff x="0" y="0"/>
          <a:chExt cx="0" cy="0"/>
        </a:xfrm>
      </p:grpSpPr>
      <p:grpSp>
        <p:nvGrpSpPr>
          <p:cNvPr id="624" name="Google Shape;624;p14"/>
          <p:cNvGrpSpPr/>
          <p:nvPr/>
        </p:nvGrpSpPr>
        <p:grpSpPr>
          <a:xfrm>
            <a:off x="-434694" y="0"/>
            <a:ext cx="9585495" cy="5143797"/>
            <a:chOff x="-434694" y="0"/>
            <a:chExt cx="9585495" cy="5143797"/>
          </a:xfrm>
        </p:grpSpPr>
        <p:grpSp>
          <p:nvGrpSpPr>
            <p:cNvPr id="625" name="Google Shape;625;p14"/>
            <p:cNvGrpSpPr/>
            <p:nvPr/>
          </p:nvGrpSpPr>
          <p:grpSpPr>
            <a:xfrm>
              <a:off x="25" y="0"/>
              <a:ext cx="9150776" cy="5143797"/>
              <a:chOff x="25" y="0"/>
              <a:chExt cx="9150776" cy="5143797"/>
            </a:xfrm>
          </p:grpSpPr>
          <p:grpSp>
            <p:nvGrpSpPr>
              <p:cNvPr id="626" name="Google Shape;626;p14"/>
              <p:cNvGrpSpPr/>
              <p:nvPr/>
            </p:nvGrpSpPr>
            <p:grpSpPr>
              <a:xfrm>
                <a:off x="25" y="0"/>
                <a:ext cx="9150776" cy="1135213"/>
                <a:chOff x="24" y="0"/>
                <a:chExt cx="9150776" cy="2380400"/>
              </a:xfrm>
            </p:grpSpPr>
            <p:sp>
              <p:nvSpPr>
                <p:cNvPr id="627" name="Google Shape;627;p14"/>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8" name="Google Shape;628;p14"/>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9" name="Google Shape;629;p14"/>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0" name="Google Shape;630;p14"/>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631" name="Google Shape;631;p14"/>
              <p:cNvGrpSpPr/>
              <p:nvPr/>
            </p:nvGrpSpPr>
            <p:grpSpPr>
              <a:xfrm>
                <a:off x="43" y="4603847"/>
                <a:ext cx="9144293" cy="539950"/>
                <a:chOff x="43" y="4603847"/>
                <a:chExt cx="9144293" cy="539950"/>
              </a:xfrm>
            </p:grpSpPr>
            <p:grpSp>
              <p:nvGrpSpPr>
                <p:cNvPr id="632" name="Google Shape;632;p14"/>
                <p:cNvGrpSpPr/>
                <p:nvPr/>
              </p:nvGrpSpPr>
              <p:grpSpPr>
                <a:xfrm>
                  <a:off x="43" y="4603847"/>
                  <a:ext cx="9144293" cy="539950"/>
                  <a:chOff x="43" y="4603847"/>
                  <a:chExt cx="9144293" cy="539950"/>
                </a:xfrm>
              </p:grpSpPr>
              <p:sp>
                <p:nvSpPr>
                  <p:cNvPr id="633" name="Google Shape;633;p14"/>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4" name="Google Shape;634;p14"/>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5" name="Google Shape;635;p14"/>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6" name="Google Shape;636;p14"/>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7" name="Google Shape;637;p14"/>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8" name="Google Shape;638;p14"/>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39" name="Google Shape;639;p14"/>
                <p:cNvGrpSpPr/>
                <p:nvPr/>
              </p:nvGrpSpPr>
              <p:grpSpPr>
                <a:xfrm flipH="1">
                  <a:off x="8773603" y="4759958"/>
                  <a:ext cx="339829" cy="252642"/>
                  <a:chOff x="206231" y="4759958"/>
                  <a:chExt cx="339829" cy="252642"/>
                </a:xfrm>
              </p:grpSpPr>
              <p:sp>
                <p:nvSpPr>
                  <p:cNvPr id="640" name="Google Shape;640;p14"/>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1" name="Google Shape;641;p14"/>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42" name="Google Shape;642;p14"/>
                <p:cNvGrpSpPr/>
                <p:nvPr/>
              </p:nvGrpSpPr>
              <p:grpSpPr>
                <a:xfrm flipH="1">
                  <a:off x="8386608" y="4765719"/>
                  <a:ext cx="323828" cy="223114"/>
                  <a:chOff x="609226" y="4765719"/>
                  <a:chExt cx="323828" cy="223114"/>
                </a:xfrm>
              </p:grpSpPr>
              <p:sp>
                <p:nvSpPr>
                  <p:cNvPr id="643" name="Google Shape;643;p14"/>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4" name="Google Shape;644;p14"/>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45" name="Google Shape;645;p14"/>
                <p:cNvGrpSpPr/>
                <p:nvPr/>
              </p:nvGrpSpPr>
              <p:grpSpPr>
                <a:xfrm flipH="1">
                  <a:off x="4634816" y="4770096"/>
                  <a:ext cx="343944" cy="212303"/>
                  <a:chOff x="1292902" y="4770096"/>
                  <a:chExt cx="343944" cy="212303"/>
                </a:xfrm>
              </p:grpSpPr>
              <p:sp>
                <p:nvSpPr>
                  <p:cNvPr id="646" name="Google Shape;646;p14"/>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7" name="Google Shape;647;p14"/>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8" name="Google Shape;648;p14"/>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49" name="Google Shape;649;p14"/>
                <p:cNvGrpSpPr/>
                <p:nvPr/>
              </p:nvGrpSpPr>
              <p:grpSpPr>
                <a:xfrm flipH="1">
                  <a:off x="741006" y="4794866"/>
                  <a:ext cx="363460" cy="179560"/>
                  <a:chOff x="2652596" y="4794866"/>
                  <a:chExt cx="363460" cy="179560"/>
                </a:xfrm>
              </p:grpSpPr>
              <p:sp>
                <p:nvSpPr>
                  <p:cNvPr id="650" name="Google Shape;650;p14"/>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1" name="Google Shape;651;p14"/>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2" name="Google Shape;652;p14"/>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53" name="Google Shape;653;p14"/>
                <p:cNvGrpSpPr/>
                <p:nvPr/>
              </p:nvGrpSpPr>
              <p:grpSpPr>
                <a:xfrm flipH="1">
                  <a:off x="372846" y="4744852"/>
                  <a:ext cx="328964" cy="214701"/>
                  <a:chOff x="3055253" y="4744852"/>
                  <a:chExt cx="328964" cy="214701"/>
                </a:xfrm>
              </p:grpSpPr>
              <p:sp>
                <p:nvSpPr>
                  <p:cNvPr id="654" name="Google Shape;654;p14"/>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5" name="Google Shape;655;p14"/>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6" name="Google Shape;656;p14"/>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57" name="Google Shape;657;p14"/>
                <p:cNvGrpSpPr/>
                <p:nvPr/>
              </p:nvGrpSpPr>
              <p:grpSpPr>
                <a:xfrm flipH="1">
                  <a:off x="140521" y="4794745"/>
                  <a:ext cx="181242" cy="177466"/>
                  <a:chOff x="3435299" y="4794745"/>
                  <a:chExt cx="181242" cy="177466"/>
                </a:xfrm>
              </p:grpSpPr>
              <p:sp>
                <p:nvSpPr>
                  <p:cNvPr id="658" name="Google Shape;658;p14"/>
                  <p:cNvSpPr/>
                  <p:nvPr/>
                </p:nvSpPr>
                <p:spPr>
                  <a:xfrm>
                    <a:off x="3435299" y="4796402"/>
                    <a:ext cx="137643" cy="175810"/>
                  </a:xfrm>
                  <a:custGeom>
                    <a:rect b="b" l="l" r="r" t="t"/>
                    <a:pathLst>
                      <a:path extrusionOk="0" h="48167" w="31247">
                        <a:moveTo>
                          <a:pt x="0" y="11"/>
                        </a:moveTo>
                        <a:cubicBezTo>
                          <a:pt x="3589" y="8239"/>
                          <a:pt x="8682" y="16661"/>
                          <a:pt x="13926" y="24954"/>
                        </a:cubicBezTo>
                        <a:cubicBezTo>
                          <a:pt x="19202" y="33225"/>
                          <a:pt x="24651" y="41410"/>
                          <a:pt x="30576" y="48167"/>
                        </a:cubicBezTo>
                        <a:lnTo>
                          <a:pt x="30576" y="48167"/>
                        </a:lnTo>
                        <a:cubicBezTo>
                          <a:pt x="31517" y="43788"/>
                          <a:pt x="31484" y="38729"/>
                          <a:pt x="30381" y="33571"/>
                        </a:cubicBezTo>
                        <a:cubicBezTo>
                          <a:pt x="29300" y="28414"/>
                          <a:pt x="27149" y="23170"/>
                          <a:pt x="24164" y="18456"/>
                        </a:cubicBezTo>
                        <a:cubicBezTo>
                          <a:pt x="21170" y="13742"/>
                          <a:pt x="17342" y="9569"/>
                          <a:pt x="13136" y="6390"/>
                        </a:cubicBezTo>
                        <a:cubicBezTo>
                          <a:pt x="8931" y="3200"/>
                          <a:pt x="4368" y="1016"/>
                          <a:pt x="11" y="0"/>
                        </a:cubicBezTo>
                        <a:lnTo>
                          <a:pt x="1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9" name="Google Shape;659;p14"/>
                  <p:cNvSpPr/>
                  <p:nvPr/>
                </p:nvSpPr>
                <p:spPr>
                  <a:xfrm>
                    <a:off x="3566765" y="4794745"/>
                    <a:ext cx="49776" cy="173915"/>
                  </a:xfrm>
                  <a:custGeom>
                    <a:rect b="b" l="l" r="r" t="t"/>
                    <a:pathLst>
                      <a:path extrusionOk="0" h="47648" w="11300">
                        <a:moveTo>
                          <a:pt x="1054" y="0"/>
                        </a:moveTo>
                        <a:cubicBezTo>
                          <a:pt x="1822" y="7579"/>
                          <a:pt x="1552" y="15213"/>
                          <a:pt x="925" y="23278"/>
                        </a:cubicBezTo>
                        <a:cubicBezTo>
                          <a:pt x="308" y="31301"/>
                          <a:pt x="-665" y="40102"/>
                          <a:pt x="665" y="47648"/>
                        </a:cubicBezTo>
                        <a:lnTo>
                          <a:pt x="665" y="47648"/>
                        </a:lnTo>
                        <a:cubicBezTo>
                          <a:pt x="3282" y="44891"/>
                          <a:pt x="5671" y="41496"/>
                          <a:pt x="7563" y="37506"/>
                        </a:cubicBezTo>
                        <a:cubicBezTo>
                          <a:pt x="9444" y="33528"/>
                          <a:pt x="10817" y="28922"/>
                          <a:pt x="11196" y="24078"/>
                        </a:cubicBezTo>
                        <a:cubicBezTo>
                          <a:pt x="11585" y="19213"/>
                          <a:pt x="10893" y="14174"/>
                          <a:pt x="9077" y="9839"/>
                        </a:cubicBezTo>
                        <a:cubicBezTo>
                          <a:pt x="7293" y="5493"/>
                          <a:pt x="4330" y="1935"/>
                          <a:pt x="1054" y="0"/>
                        </a:cubicBezTo>
                        <a:lnTo>
                          <a:pt x="105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60" name="Google Shape;660;p14"/>
                <p:cNvGrpSpPr/>
                <p:nvPr/>
              </p:nvGrpSpPr>
              <p:grpSpPr>
                <a:xfrm flipH="1">
                  <a:off x="4259046" y="4744852"/>
                  <a:ext cx="328964" cy="214701"/>
                  <a:chOff x="3055253" y="4744852"/>
                  <a:chExt cx="328964" cy="214701"/>
                </a:xfrm>
              </p:grpSpPr>
              <p:sp>
                <p:nvSpPr>
                  <p:cNvPr id="661" name="Google Shape;661;p14"/>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2" name="Google Shape;662;p14"/>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3" name="Google Shape;663;p14"/>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grpSp>
          <p:nvGrpSpPr>
            <p:cNvPr id="664" name="Google Shape;664;p14"/>
            <p:cNvGrpSpPr/>
            <p:nvPr/>
          </p:nvGrpSpPr>
          <p:grpSpPr>
            <a:xfrm>
              <a:off x="-434694" y="382274"/>
              <a:ext cx="9490072" cy="3816140"/>
              <a:chOff x="-434694" y="382274"/>
              <a:chExt cx="9490072" cy="3816140"/>
            </a:xfrm>
          </p:grpSpPr>
          <p:sp>
            <p:nvSpPr>
              <p:cNvPr id="665" name="Google Shape;665;p14"/>
              <p:cNvSpPr/>
              <p:nvPr/>
            </p:nvSpPr>
            <p:spPr>
              <a:xfrm>
                <a:off x="8145565" y="3799678"/>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6" name="Google Shape;666;p14"/>
              <p:cNvSpPr/>
              <p:nvPr/>
            </p:nvSpPr>
            <p:spPr>
              <a:xfrm>
                <a:off x="8314389" y="382274"/>
                <a:ext cx="572154" cy="104365"/>
              </a:xfrm>
              <a:custGeom>
                <a:rect b="b" l="l" r="r" t="t"/>
                <a:pathLst>
                  <a:path extrusionOk="0" h="16231" w="88982">
                    <a:moveTo>
                      <a:pt x="88982" y="16232"/>
                    </a:moveTo>
                    <a:lnTo>
                      <a:pt x="0" y="16232"/>
                    </a:lnTo>
                    <a:cubicBezTo>
                      <a:pt x="3406" y="7399"/>
                      <a:pt x="9558" y="1127"/>
                      <a:pt x="18975" y="133"/>
                    </a:cubicBezTo>
                    <a:cubicBezTo>
                      <a:pt x="28392" y="-862"/>
                      <a:pt x="38188" y="3798"/>
                      <a:pt x="43356" y="11723"/>
                    </a:cubicBezTo>
                    <a:cubicBezTo>
                      <a:pt x="57660" y="4209"/>
                      <a:pt x="77273" y="5085"/>
                      <a:pt x="88971" y="162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7" name="Google Shape;667;p14"/>
              <p:cNvSpPr/>
              <p:nvPr/>
            </p:nvSpPr>
            <p:spPr>
              <a:xfrm flipH="1">
                <a:off x="-44061" y="4094049"/>
                <a:ext cx="572154" cy="104365"/>
              </a:xfrm>
              <a:custGeom>
                <a:rect b="b" l="l" r="r" t="t"/>
                <a:pathLst>
                  <a:path extrusionOk="0" h="16231" w="88982">
                    <a:moveTo>
                      <a:pt x="88982" y="16232"/>
                    </a:moveTo>
                    <a:lnTo>
                      <a:pt x="0" y="16232"/>
                    </a:lnTo>
                    <a:cubicBezTo>
                      <a:pt x="3406" y="7399"/>
                      <a:pt x="9558" y="1127"/>
                      <a:pt x="18975" y="133"/>
                    </a:cubicBezTo>
                    <a:cubicBezTo>
                      <a:pt x="28392" y="-862"/>
                      <a:pt x="38188" y="3798"/>
                      <a:pt x="43356" y="11723"/>
                    </a:cubicBezTo>
                    <a:cubicBezTo>
                      <a:pt x="57660" y="4209"/>
                      <a:pt x="77273" y="5085"/>
                      <a:pt x="88971" y="162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8" name="Google Shape;668;p14"/>
              <p:cNvSpPr/>
              <p:nvPr/>
            </p:nvSpPr>
            <p:spPr>
              <a:xfrm>
                <a:off x="-434694" y="3402563"/>
                <a:ext cx="870255" cy="185280"/>
              </a:xfrm>
              <a:custGeom>
                <a:rect b="b" l="l" r="r" t="t"/>
                <a:pathLst>
                  <a:path extrusionOk="0" h="28815" w="135343">
                    <a:moveTo>
                      <a:pt x="0" y="28805"/>
                    </a:moveTo>
                    <a:lnTo>
                      <a:pt x="135343" y="28805"/>
                    </a:lnTo>
                    <a:cubicBezTo>
                      <a:pt x="132684" y="19063"/>
                      <a:pt x="121958" y="11927"/>
                      <a:pt x="112001" y="13625"/>
                    </a:cubicBezTo>
                    <a:cubicBezTo>
                      <a:pt x="111903" y="7018"/>
                      <a:pt x="106000" y="1440"/>
                      <a:pt x="99491" y="282"/>
                    </a:cubicBezTo>
                    <a:cubicBezTo>
                      <a:pt x="92983" y="-874"/>
                      <a:pt x="86257" y="1645"/>
                      <a:pt x="80960" y="5602"/>
                    </a:cubicBezTo>
                    <a:cubicBezTo>
                      <a:pt x="74840" y="10165"/>
                      <a:pt x="70201" y="16663"/>
                      <a:pt x="67866" y="23928"/>
                    </a:cubicBezTo>
                    <a:cubicBezTo>
                      <a:pt x="66439" y="21139"/>
                      <a:pt x="63358" y="19279"/>
                      <a:pt x="60233" y="19311"/>
                    </a:cubicBezTo>
                    <a:cubicBezTo>
                      <a:pt x="57098" y="19333"/>
                      <a:pt x="54060" y="21247"/>
                      <a:pt x="52665" y="24047"/>
                    </a:cubicBezTo>
                    <a:cubicBezTo>
                      <a:pt x="45323" y="18814"/>
                      <a:pt x="36036" y="16403"/>
                      <a:pt x="27073" y="17387"/>
                    </a:cubicBezTo>
                    <a:cubicBezTo>
                      <a:pt x="18110" y="18371"/>
                      <a:pt x="6022" y="22112"/>
                      <a:pt x="0" y="288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669" name="Google Shape;669;p14"/>
          <p:cNvSpPr txBox="1"/>
          <p:nvPr>
            <p:ph type="title"/>
          </p:nvPr>
        </p:nvSpPr>
        <p:spPr>
          <a:xfrm>
            <a:off x="1879975" y="537275"/>
            <a:ext cx="3051300" cy="4827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None/>
              <a:defRPr sz="2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670" name="Shape 670"/>
        <p:cNvGrpSpPr/>
        <p:nvPr/>
      </p:nvGrpSpPr>
      <p:grpSpPr>
        <a:xfrm>
          <a:off x="0" y="0"/>
          <a:ext cx="0" cy="0"/>
          <a:chOff x="0" y="0"/>
          <a:chExt cx="0" cy="0"/>
        </a:xfrm>
      </p:grpSpPr>
      <p:grpSp>
        <p:nvGrpSpPr>
          <p:cNvPr id="671" name="Google Shape;671;p15"/>
          <p:cNvGrpSpPr/>
          <p:nvPr/>
        </p:nvGrpSpPr>
        <p:grpSpPr>
          <a:xfrm>
            <a:off x="25" y="0"/>
            <a:ext cx="9150776" cy="5143797"/>
            <a:chOff x="25" y="0"/>
            <a:chExt cx="9150776" cy="5143797"/>
          </a:xfrm>
        </p:grpSpPr>
        <p:grpSp>
          <p:nvGrpSpPr>
            <p:cNvPr id="672" name="Google Shape;672;p15"/>
            <p:cNvGrpSpPr/>
            <p:nvPr/>
          </p:nvGrpSpPr>
          <p:grpSpPr>
            <a:xfrm>
              <a:off x="43" y="4603847"/>
              <a:ext cx="9144293" cy="539950"/>
              <a:chOff x="43" y="4603847"/>
              <a:chExt cx="9144293" cy="539950"/>
            </a:xfrm>
          </p:grpSpPr>
          <p:sp>
            <p:nvSpPr>
              <p:cNvPr id="673" name="Google Shape;673;p15"/>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4" name="Google Shape;674;p15"/>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5" name="Google Shape;675;p15"/>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6" name="Google Shape;676;p15"/>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7" name="Google Shape;677;p15"/>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8" name="Google Shape;678;p15"/>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79" name="Google Shape;679;p15"/>
              <p:cNvGrpSpPr/>
              <p:nvPr/>
            </p:nvGrpSpPr>
            <p:grpSpPr>
              <a:xfrm>
                <a:off x="206231" y="4759958"/>
                <a:ext cx="339829" cy="252642"/>
                <a:chOff x="206231" y="4759958"/>
                <a:chExt cx="339829" cy="252642"/>
              </a:xfrm>
            </p:grpSpPr>
            <p:sp>
              <p:nvSpPr>
                <p:cNvPr id="680" name="Google Shape;680;p15"/>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1" name="Google Shape;681;p15"/>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82" name="Google Shape;682;p15"/>
              <p:cNvGrpSpPr/>
              <p:nvPr/>
            </p:nvGrpSpPr>
            <p:grpSpPr>
              <a:xfrm>
                <a:off x="1292902" y="4770096"/>
                <a:ext cx="343944" cy="212303"/>
                <a:chOff x="1292902" y="4770096"/>
                <a:chExt cx="343944" cy="212303"/>
              </a:xfrm>
            </p:grpSpPr>
            <p:sp>
              <p:nvSpPr>
                <p:cNvPr id="683" name="Google Shape;683;p15"/>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4" name="Google Shape;684;p15"/>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5" name="Google Shape;685;p15"/>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86" name="Google Shape;686;p15"/>
              <p:cNvGrpSpPr/>
              <p:nvPr/>
            </p:nvGrpSpPr>
            <p:grpSpPr>
              <a:xfrm>
                <a:off x="7907471" y="4759958"/>
                <a:ext cx="339829" cy="252642"/>
                <a:chOff x="7907471" y="4759958"/>
                <a:chExt cx="339829" cy="252642"/>
              </a:xfrm>
            </p:grpSpPr>
            <p:sp>
              <p:nvSpPr>
                <p:cNvPr id="687" name="Google Shape;687;p15"/>
                <p:cNvSpPr/>
                <p:nvPr/>
              </p:nvSpPr>
              <p:spPr>
                <a:xfrm>
                  <a:off x="7980286" y="4766784"/>
                  <a:ext cx="267013" cy="245817"/>
                </a:xfrm>
                <a:custGeom>
                  <a:rect b="b" l="l" r="r" t="t"/>
                  <a:pathLst>
                    <a:path extrusionOk="0" h="67347" w="60616">
                      <a:moveTo>
                        <a:pt x="60606" y="0"/>
                      </a:moveTo>
                      <a:cubicBezTo>
                        <a:pt x="53546" y="638"/>
                        <a:pt x="45923" y="3005"/>
                        <a:pt x="38604" y="6973"/>
                      </a:cubicBezTo>
                      <a:cubicBezTo>
                        <a:pt x="31284" y="10920"/>
                        <a:pt x="24289" y="16434"/>
                        <a:pt x="18407" y="22975"/>
                      </a:cubicBezTo>
                      <a:cubicBezTo>
                        <a:pt x="12525"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8" name="Google Shape;688;p15"/>
                <p:cNvSpPr/>
                <p:nvPr/>
              </p:nvSpPr>
              <p:spPr>
                <a:xfrm>
                  <a:off x="7907471" y="4759958"/>
                  <a:ext cx="124824" cy="239977"/>
                </a:xfrm>
                <a:custGeom>
                  <a:rect b="b" l="l" r="r" t="t"/>
                  <a:pathLst>
                    <a:path extrusionOk="0" h="65747" w="28337">
                      <a:moveTo>
                        <a:pt x="0" y="11"/>
                      </a:moveTo>
                      <a:cubicBezTo>
                        <a:pt x="1633" y="10952"/>
                        <a:pt x="5482" y="22683"/>
                        <a:pt x="9990" y="34101"/>
                      </a:cubicBezTo>
                      <a:cubicBezTo>
                        <a:pt x="14553" y="45507"/>
                        <a:pt x="19808"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89" name="Google Shape;689;p15"/>
              <p:cNvGrpSpPr/>
              <p:nvPr/>
            </p:nvGrpSpPr>
            <p:grpSpPr>
              <a:xfrm>
                <a:off x="8310466" y="4765719"/>
                <a:ext cx="323832" cy="223114"/>
                <a:chOff x="8310466" y="4765719"/>
                <a:chExt cx="323832" cy="223114"/>
              </a:xfrm>
            </p:grpSpPr>
            <p:sp>
              <p:nvSpPr>
                <p:cNvPr id="690" name="Google Shape;690;p15"/>
                <p:cNvSpPr/>
                <p:nvPr/>
              </p:nvSpPr>
              <p:spPr>
                <a:xfrm>
                  <a:off x="8310466" y="4765719"/>
                  <a:ext cx="146206" cy="203907"/>
                </a:xfrm>
                <a:custGeom>
                  <a:rect b="b" l="l" r="r" t="t"/>
                  <a:pathLst>
                    <a:path extrusionOk="0" h="55865" w="33191">
                      <a:moveTo>
                        <a:pt x="33191" y="11"/>
                      </a:moveTo>
                      <a:cubicBezTo>
                        <a:pt x="28413" y="1654"/>
                        <a:pt x="23526" y="4184"/>
                        <a:pt x="18866" y="7720"/>
                      </a:cubicBezTo>
                      <a:cubicBezTo>
                        <a:pt x="14217" y="11244"/>
                        <a:pt x="9784" y="15829"/>
                        <a:pt x="6356" y="21310"/>
                      </a:cubicBezTo>
                      <a:cubicBezTo>
                        <a:pt x="2929" y="26803"/>
                        <a:pt x="658" y="33160"/>
                        <a:pt x="128" y="39377"/>
                      </a:cubicBezTo>
                      <a:cubicBezTo>
                        <a:pt x="-434" y="45594"/>
                        <a:pt x="875" y="51584"/>
                        <a:pt x="3556" y="55865"/>
                      </a:cubicBezTo>
                      <a:lnTo>
                        <a:pt x="3556" y="55865"/>
                      </a:lnTo>
                      <a:cubicBezTo>
                        <a:pt x="7286" y="46470"/>
                        <a:pt x="12281" y="37658"/>
                        <a:pt x="17958" y="28543"/>
                      </a:cubicBezTo>
                      <a:cubicBezTo>
                        <a:pt x="20801" y="23981"/>
                        <a:pt x="23807" y="19310"/>
                        <a:pt x="26532"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1" name="Google Shape;691;p15"/>
                <p:cNvSpPr/>
                <p:nvPr/>
              </p:nvSpPr>
              <p:spPr>
                <a:xfrm>
                  <a:off x="8366831"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2" y="40876"/>
                        <a:pt x="97" y="47958"/>
                        <a:pt x="0" y="54380"/>
                      </a:cubicBezTo>
                      <a:lnTo>
                        <a:pt x="0" y="54380"/>
                      </a:lnTo>
                      <a:cubicBezTo>
                        <a:pt x="10466" y="46855"/>
                        <a:pt x="20856" y="37557"/>
                        <a:pt x="31268" y="28302"/>
                      </a:cubicBezTo>
                      <a:cubicBezTo>
                        <a:pt x="41636"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92" name="Google Shape;692;p15"/>
              <p:cNvGrpSpPr/>
              <p:nvPr/>
            </p:nvGrpSpPr>
            <p:grpSpPr>
              <a:xfrm>
                <a:off x="8769488" y="4770096"/>
                <a:ext cx="343944" cy="212303"/>
                <a:chOff x="8769488" y="4770096"/>
                <a:chExt cx="343944" cy="212303"/>
              </a:xfrm>
            </p:grpSpPr>
            <p:sp>
              <p:nvSpPr>
                <p:cNvPr id="693" name="Google Shape;693;p15"/>
                <p:cNvSpPr/>
                <p:nvPr/>
              </p:nvSpPr>
              <p:spPr>
                <a:xfrm>
                  <a:off x="8769488"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4" name="Google Shape;694;p15"/>
                <p:cNvSpPr/>
                <p:nvPr/>
              </p:nvSpPr>
              <p:spPr>
                <a:xfrm>
                  <a:off x="8895286" y="4798061"/>
                  <a:ext cx="48385" cy="165666"/>
                </a:xfrm>
                <a:custGeom>
                  <a:rect b="b" l="l" r="r" t="t"/>
                  <a:pathLst>
                    <a:path extrusionOk="0" h="45388" w="10984">
                      <a:moveTo>
                        <a:pt x="4546" y="0"/>
                      </a:moveTo>
                      <a:cubicBezTo>
                        <a:pt x="2827" y="6984"/>
                        <a:pt x="1919" y="14780"/>
                        <a:pt x="1141" y="22575"/>
                      </a:cubicBezTo>
                      <a:cubicBezTo>
                        <a:pt x="395" y="30371"/>
                        <a:pt x="-244" y="38198"/>
                        <a:pt x="92" y="45388"/>
                      </a:cubicBezTo>
                      <a:lnTo>
                        <a:pt x="92" y="45388"/>
                      </a:lnTo>
                      <a:cubicBezTo>
                        <a:pt x="5681" y="40901"/>
                        <a:pt x="9963" y="32479"/>
                        <a:pt x="10796" y="23526"/>
                      </a:cubicBezTo>
                      <a:cubicBezTo>
                        <a:pt x="11726"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5" name="Google Shape;695;p15"/>
                <p:cNvSpPr/>
                <p:nvPr/>
              </p:nvSpPr>
              <p:spPr>
                <a:xfrm>
                  <a:off x="8914969" y="4787570"/>
                  <a:ext cx="198463" cy="194830"/>
                </a:xfrm>
                <a:custGeom>
                  <a:rect b="b" l="l" r="r" t="t"/>
                  <a:pathLst>
                    <a:path extrusionOk="0" h="53378" w="45054">
                      <a:moveTo>
                        <a:pt x="45054" y="0"/>
                      </a:moveTo>
                      <a:cubicBezTo>
                        <a:pt x="39583" y="346"/>
                        <a:pt x="33605"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96" name="Google Shape;696;p15"/>
              <p:cNvGrpSpPr/>
              <p:nvPr/>
            </p:nvGrpSpPr>
            <p:grpSpPr>
              <a:xfrm>
                <a:off x="2652596" y="4794866"/>
                <a:ext cx="363460" cy="179560"/>
                <a:chOff x="2652596" y="4794866"/>
                <a:chExt cx="363460" cy="179560"/>
              </a:xfrm>
            </p:grpSpPr>
            <p:sp>
              <p:nvSpPr>
                <p:cNvPr id="697" name="Google Shape;697;p15"/>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8" name="Google Shape;698;p15"/>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9" name="Google Shape;699;p15"/>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00" name="Google Shape;700;p15"/>
              <p:cNvGrpSpPr/>
              <p:nvPr/>
            </p:nvGrpSpPr>
            <p:grpSpPr>
              <a:xfrm>
                <a:off x="3055253" y="4744852"/>
                <a:ext cx="328964" cy="214701"/>
                <a:chOff x="3055253" y="4744852"/>
                <a:chExt cx="328964" cy="214701"/>
              </a:xfrm>
            </p:grpSpPr>
            <p:sp>
              <p:nvSpPr>
                <p:cNvPr id="701" name="Google Shape;701;p15"/>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2" name="Google Shape;702;p15"/>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3" name="Google Shape;703;p15"/>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04" name="Google Shape;704;p15"/>
              <p:cNvGrpSpPr/>
              <p:nvPr/>
            </p:nvGrpSpPr>
            <p:grpSpPr>
              <a:xfrm>
                <a:off x="3435299" y="4794745"/>
                <a:ext cx="181242" cy="177466"/>
                <a:chOff x="3435299" y="4794745"/>
                <a:chExt cx="181242" cy="177466"/>
              </a:xfrm>
            </p:grpSpPr>
            <p:sp>
              <p:nvSpPr>
                <p:cNvPr id="705" name="Google Shape;705;p15"/>
                <p:cNvSpPr/>
                <p:nvPr/>
              </p:nvSpPr>
              <p:spPr>
                <a:xfrm>
                  <a:off x="3435299" y="4796402"/>
                  <a:ext cx="137643" cy="175810"/>
                </a:xfrm>
                <a:custGeom>
                  <a:rect b="b" l="l" r="r" t="t"/>
                  <a:pathLst>
                    <a:path extrusionOk="0" h="48167" w="31247">
                      <a:moveTo>
                        <a:pt x="0" y="11"/>
                      </a:moveTo>
                      <a:cubicBezTo>
                        <a:pt x="3589" y="8239"/>
                        <a:pt x="8682" y="16661"/>
                        <a:pt x="13926" y="24954"/>
                      </a:cubicBezTo>
                      <a:cubicBezTo>
                        <a:pt x="19202" y="33225"/>
                        <a:pt x="24651" y="41410"/>
                        <a:pt x="30576" y="48167"/>
                      </a:cubicBezTo>
                      <a:lnTo>
                        <a:pt x="30576" y="48167"/>
                      </a:lnTo>
                      <a:cubicBezTo>
                        <a:pt x="31517" y="43788"/>
                        <a:pt x="31484" y="38729"/>
                        <a:pt x="30381" y="33571"/>
                      </a:cubicBezTo>
                      <a:cubicBezTo>
                        <a:pt x="29300" y="28414"/>
                        <a:pt x="27149" y="23170"/>
                        <a:pt x="24164" y="18456"/>
                      </a:cubicBezTo>
                      <a:cubicBezTo>
                        <a:pt x="21170" y="13742"/>
                        <a:pt x="17342" y="9569"/>
                        <a:pt x="13136" y="6390"/>
                      </a:cubicBezTo>
                      <a:cubicBezTo>
                        <a:pt x="8931" y="3200"/>
                        <a:pt x="4368" y="1016"/>
                        <a:pt x="11" y="0"/>
                      </a:cubicBezTo>
                      <a:lnTo>
                        <a:pt x="1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6" name="Google Shape;706;p15"/>
                <p:cNvSpPr/>
                <p:nvPr/>
              </p:nvSpPr>
              <p:spPr>
                <a:xfrm>
                  <a:off x="3566765" y="4794745"/>
                  <a:ext cx="49776" cy="173915"/>
                </a:xfrm>
                <a:custGeom>
                  <a:rect b="b" l="l" r="r" t="t"/>
                  <a:pathLst>
                    <a:path extrusionOk="0" h="47648" w="11300">
                      <a:moveTo>
                        <a:pt x="1054" y="0"/>
                      </a:moveTo>
                      <a:cubicBezTo>
                        <a:pt x="1822" y="7579"/>
                        <a:pt x="1552" y="15213"/>
                        <a:pt x="925" y="23278"/>
                      </a:cubicBezTo>
                      <a:cubicBezTo>
                        <a:pt x="308" y="31301"/>
                        <a:pt x="-665" y="40102"/>
                        <a:pt x="665" y="47648"/>
                      </a:cubicBezTo>
                      <a:lnTo>
                        <a:pt x="665" y="47648"/>
                      </a:lnTo>
                      <a:cubicBezTo>
                        <a:pt x="3282" y="44891"/>
                        <a:pt x="5671" y="41496"/>
                        <a:pt x="7563" y="37506"/>
                      </a:cubicBezTo>
                      <a:cubicBezTo>
                        <a:pt x="9444" y="33528"/>
                        <a:pt x="10817" y="28922"/>
                        <a:pt x="11196" y="24078"/>
                      </a:cubicBezTo>
                      <a:cubicBezTo>
                        <a:pt x="11585" y="19213"/>
                        <a:pt x="10893" y="14174"/>
                        <a:pt x="9077" y="9839"/>
                      </a:cubicBezTo>
                      <a:cubicBezTo>
                        <a:pt x="7293" y="5493"/>
                        <a:pt x="4330" y="1935"/>
                        <a:pt x="1054" y="0"/>
                      </a:cubicBezTo>
                      <a:lnTo>
                        <a:pt x="105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707" name="Google Shape;707;p15"/>
            <p:cNvGrpSpPr/>
            <p:nvPr/>
          </p:nvGrpSpPr>
          <p:grpSpPr>
            <a:xfrm>
              <a:off x="25" y="0"/>
              <a:ext cx="9150776" cy="1135213"/>
              <a:chOff x="25" y="0"/>
              <a:chExt cx="9150776" cy="1135213"/>
            </a:xfrm>
          </p:grpSpPr>
          <p:grpSp>
            <p:nvGrpSpPr>
              <p:cNvPr id="708" name="Google Shape;708;p15"/>
              <p:cNvGrpSpPr/>
              <p:nvPr/>
            </p:nvGrpSpPr>
            <p:grpSpPr>
              <a:xfrm>
                <a:off x="25" y="0"/>
                <a:ext cx="9150776" cy="1135213"/>
                <a:chOff x="24" y="0"/>
                <a:chExt cx="9150776" cy="2380400"/>
              </a:xfrm>
            </p:grpSpPr>
            <p:sp>
              <p:nvSpPr>
                <p:cNvPr id="709" name="Google Shape;709;p15"/>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0" name="Google Shape;710;p15"/>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1" name="Google Shape;711;p15"/>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2" name="Google Shape;712;p15"/>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713" name="Google Shape;713;p15"/>
              <p:cNvSpPr/>
              <p:nvPr/>
            </p:nvSpPr>
            <p:spPr>
              <a:xfrm>
                <a:off x="6489" y="399499"/>
                <a:ext cx="572154" cy="104365"/>
              </a:xfrm>
              <a:custGeom>
                <a:rect b="b" l="l" r="r" t="t"/>
                <a:pathLst>
                  <a:path extrusionOk="0" h="16231" w="88982">
                    <a:moveTo>
                      <a:pt x="88982" y="16232"/>
                    </a:moveTo>
                    <a:lnTo>
                      <a:pt x="0" y="16232"/>
                    </a:lnTo>
                    <a:cubicBezTo>
                      <a:pt x="3406" y="7399"/>
                      <a:pt x="9558" y="1127"/>
                      <a:pt x="18975" y="133"/>
                    </a:cubicBezTo>
                    <a:cubicBezTo>
                      <a:pt x="28392" y="-862"/>
                      <a:pt x="38188" y="3798"/>
                      <a:pt x="43356" y="11723"/>
                    </a:cubicBezTo>
                    <a:cubicBezTo>
                      <a:pt x="57660" y="4209"/>
                      <a:pt x="77273" y="5085"/>
                      <a:pt x="88971" y="162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714" name="Google Shape;714;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715" name="Shape 715"/>
        <p:cNvGrpSpPr/>
        <p:nvPr/>
      </p:nvGrpSpPr>
      <p:grpSpPr>
        <a:xfrm>
          <a:off x="0" y="0"/>
          <a:ext cx="0" cy="0"/>
          <a:chOff x="0" y="0"/>
          <a:chExt cx="0" cy="0"/>
        </a:xfrm>
      </p:grpSpPr>
      <p:grpSp>
        <p:nvGrpSpPr>
          <p:cNvPr id="716" name="Google Shape;716;p16"/>
          <p:cNvGrpSpPr/>
          <p:nvPr/>
        </p:nvGrpSpPr>
        <p:grpSpPr>
          <a:xfrm>
            <a:off x="25" y="0"/>
            <a:ext cx="9150776" cy="5143797"/>
            <a:chOff x="25" y="0"/>
            <a:chExt cx="9150776" cy="5143797"/>
          </a:xfrm>
        </p:grpSpPr>
        <p:grpSp>
          <p:nvGrpSpPr>
            <p:cNvPr id="717" name="Google Shape;717;p16"/>
            <p:cNvGrpSpPr/>
            <p:nvPr/>
          </p:nvGrpSpPr>
          <p:grpSpPr>
            <a:xfrm>
              <a:off x="25" y="0"/>
              <a:ext cx="9150776" cy="5143797"/>
              <a:chOff x="25" y="0"/>
              <a:chExt cx="9150776" cy="5143797"/>
            </a:xfrm>
          </p:grpSpPr>
          <p:grpSp>
            <p:nvGrpSpPr>
              <p:cNvPr id="718" name="Google Shape;718;p16"/>
              <p:cNvGrpSpPr/>
              <p:nvPr/>
            </p:nvGrpSpPr>
            <p:grpSpPr>
              <a:xfrm>
                <a:off x="25" y="0"/>
                <a:ext cx="9150776" cy="1135213"/>
                <a:chOff x="24" y="0"/>
                <a:chExt cx="9150776" cy="2380400"/>
              </a:xfrm>
            </p:grpSpPr>
            <p:sp>
              <p:nvSpPr>
                <p:cNvPr id="719" name="Google Shape;719;p16"/>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0" name="Google Shape;720;p16"/>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1" name="Google Shape;721;p16"/>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2" name="Google Shape;722;p16"/>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723" name="Google Shape;723;p16"/>
              <p:cNvGrpSpPr/>
              <p:nvPr/>
            </p:nvGrpSpPr>
            <p:grpSpPr>
              <a:xfrm>
                <a:off x="43" y="4603847"/>
                <a:ext cx="9144293" cy="539950"/>
                <a:chOff x="43" y="4603847"/>
                <a:chExt cx="9144293" cy="539950"/>
              </a:xfrm>
            </p:grpSpPr>
            <p:grpSp>
              <p:nvGrpSpPr>
                <p:cNvPr id="724" name="Google Shape;724;p16"/>
                <p:cNvGrpSpPr/>
                <p:nvPr/>
              </p:nvGrpSpPr>
              <p:grpSpPr>
                <a:xfrm>
                  <a:off x="43" y="4603847"/>
                  <a:ext cx="9144293" cy="539950"/>
                  <a:chOff x="43" y="4603847"/>
                  <a:chExt cx="9144293" cy="539950"/>
                </a:xfrm>
              </p:grpSpPr>
              <p:sp>
                <p:nvSpPr>
                  <p:cNvPr id="725" name="Google Shape;725;p16"/>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6" name="Google Shape;726;p16"/>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7" name="Google Shape;727;p16"/>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8" name="Google Shape;728;p16"/>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9" name="Google Shape;729;p16"/>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0" name="Google Shape;730;p16"/>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31" name="Google Shape;731;p16"/>
                <p:cNvGrpSpPr/>
                <p:nvPr/>
              </p:nvGrpSpPr>
              <p:grpSpPr>
                <a:xfrm>
                  <a:off x="1292902" y="4770096"/>
                  <a:ext cx="343944" cy="212303"/>
                  <a:chOff x="1292902" y="4770096"/>
                  <a:chExt cx="343944" cy="212303"/>
                </a:xfrm>
              </p:grpSpPr>
              <p:sp>
                <p:nvSpPr>
                  <p:cNvPr id="732" name="Google Shape;732;p16"/>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3" name="Google Shape;733;p16"/>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4" name="Google Shape;734;p16"/>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35" name="Google Shape;735;p16"/>
                <p:cNvGrpSpPr/>
                <p:nvPr/>
              </p:nvGrpSpPr>
              <p:grpSpPr>
                <a:xfrm>
                  <a:off x="7148396" y="4794866"/>
                  <a:ext cx="363460" cy="179560"/>
                  <a:chOff x="2652596" y="4794866"/>
                  <a:chExt cx="363460" cy="179560"/>
                </a:xfrm>
              </p:grpSpPr>
              <p:sp>
                <p:nvSpPr>
                  <p:cNvPr id="736" name="Google Shape;736;p16"/>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7" name="Google Shape;737;p16"/>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8" name="Google Shape;738;p16"/>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39" name="Google Shape;739;p16"/>
                <p:cNvGrpSpPr/>
                <p:nvPr/>
              </p:nvGrpSpPr>
              <p:grpSpPr>
                <a:xfrm>
                  <a:off x="7551053" y="4744852"/>
                  <a:ext cx="328964" cy="214701"/>
                  <a:chOff x="3055253" y="4744852"/>
                  <a:chExt cx="328964" cy="214701"/>
                </a:xfrm>
              </p:grpSpPr>
              <p:sp>
                <p:nvSpPr>
                  <p:cNvPr id="740" name="Google Shape;740;p16"/>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1" name="Google Shape;741;p16"/>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2" name="Google Shape;742;p16"/>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grpSp>
          <p:nvGrpSpPr>
            <p:cNvPr id="743" name="Google Shape;743;p16"/>
            <p:cNvGrpSpPr/>
            <p:nvPr/>
          </p:nvGrpSpPr>
          <p:grpSpPr>
            <a:xfrm>
              <a:off x="845453" y="4744852"/>
              <a:ext cx="328964" cy="214701"/>
              <a:chOff x="3055253" y="4744852"/>
              <a:chExt cx="328964" cy="214701"/>
            </a:xfrm>
          </p:grpSpPr>
          <p:sp>
            <p:nvSpPr>
              <p:cNvPr id="744" name="Google Shape;744;p16"/>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5" name="Google Shape;745;p16"/>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6" name="Google Shape;746;p16"/>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747" name="Google Shape;747;p16"/>
          <p:cNvSpPr/>
          <p:nvPr>
            <p:ph idx="2" type="pic"/>
          </p:nvPr>
        </p:nvSpPr>
        <p:spPr>
          <a:xfrm>
            <a:off x="713225" y="539500"/>
            <a:ext cx="4839000" cy="2494500"/>
          </a:xfrm>
          <a:prstGeom prst="rect">
            <a:avLst/>
          </a:prstGeom>
          <a:noFill/>
          <a:ln>
            <a:noFill/>
          </a:ln>
        </p:spPr>
      </p:sp>
      <p:sp>
        <p:nvSpPr>
          <p:cNvPr id="748" name="Google Shape;748;p16"/>
          <p:cNvSpPr/>
          <p:nvPr>
            <p:ph idx="3" type="pic"/>
          </p:nvPr>
        </p:nvSpPr>
        <p:spPr>
          <a:xfrm>
            <a:off x="5753775" y="539500"/>
            <a:ext cx="2676900" cy="3905100"/>
          </a:xfrm>
          <a:prstGeom prst="rect">
            <a:avLst/>
          </a:prstGeom>
          <a:noFill/>
          <a:ln>
            <a:noFill/>
          </a:ln>
        </p:spPr>
      </p:sp>
      <p:sp>
        <p:nvSpPr>
          <p:cNvPr id="749" name="Google Shape;749;p16"/>
          <p:cNvSpPr txBox="1"/>
          <p:nvPr>
            <p:ph type="title"/>
          </p:nvPr>
        </p:nvSpPr>
        <p:spPr>
          <a:xfrm>
            <a:off x="713225" y="3335350"/>
            <a:ext cx="4575000" cy="5451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50" name="Google Shape;750;p16"/>
          <p:cNvSpPr txBox="1"/>
          <p:nvPr>
            <p:ph idx="1" type="subTitle"/>
          </p:nvPr>
        </p:nvSpPr>
        <p:spPr>
          <a:xfrm>
            <a:off x="713225" y="3822800"/>
            <a:ext cx="4575000" cy="62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751" name="Shape 751"/>
        <p:cNvGrpSpPr/>
        <p:nvPr/>
      </p:nvGrpSpPr>
      <p:grpSpPr>
        <a:xfrm>
          <a:off x="0" y="0"/>
          <a:ext cx="0" cy="0"/>
          <a:chOff x="0" y="0"/>
          <a:chExt cx="0" cy="0"/>
        </a:xfrm>
      </p:grpSpPr>
      <p:grpSp>
        <p:nvGrpSpPr>
          <p:cNvPr id="752" name="Google Shape;752;p17"/>
          <p:cNvGrpSpPr/>
          <p:nvPr/>
        </p:nvGrpSpPr>
        <p:grpSpPr>
          <a:xfrm>
            <a:off x="25" y="0"/>
            <a:ext cx="9508628" cy="5143797"/>
            <a:chOff x="25" y="0"/>
            <a:chExt cx="9508628" cy="5143797"/>
          </a:xfrm>
        </p:grpSpPr>
        <p:grpSp>
          <p:nvGrpSpPr>
            <p:cNvPr id="753" name="Google Shape;753;p17"/>
            <p:cNvGrpSpPr/>
            <p:nvPr/>
          </p:nvGrpSpPr>
          <p:grpSpPr>
            <a:xfrm>
              <a:off x="25" y="0"/>
              <a:ext cx="9508628" cy="2092024"/>
              <a:chOff x="25" y="0"/>
              <a:chExt cx="9508628" cy="2092024"/>
            </a:xfrm>
          </p:grpSpPr>
          <p:grpSp>
            <p:nvGrpSpPr>
              <p:cNvPr id="754" name="Google Shape;754;p17"/>
              <p:cNvGrpSpPr/>
              <p:nvPr/>
            </p:nvGrpSpPr>
            <p:grpSpPr>
              <a:xfrm>
                <a:off x="25" y="0"/>
                <a:ext cx="9150776" cy="1135213"/>
                <a:chOff x="24" y="0"/>
                <a:chExt cx="9150776" cy="2380400"/>
              </a:xfrm>
            </p:grpSpPr>
            <p:sp>
              <p:nvSpPr>
                <p:cNvPr id="755" name="Google Shape;755;p17"/>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6" name="Google Shape;756;p17"/>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7" name="Google Shape;757;p17"/>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8" name="Google Shape;758;p17"/>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759" name="Google Shape;759;p17"/>
              <p:cNvSpPr/>
              <p:nvPr/>
            </p:nvSpPr>
            <p:spPr>
              <a:xfrm>
                <a:off x="8598840" y="1978078"/>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60" name="Google Shape;760;p17"/>
            <p:cNvGrpSpPr/>
            <p:nvPr/>
          </p:nvGrpSpPr>
          <p:grpSpPr>
            <a:xfrm>
              <a:off x="43" y="4603847"/>
              <a:ext cx="9144293" cy="539950"/>
              <a:chOff x="43" y="4603847"/>
              <a:chExt cx="9144293" cy="539950"/>
            </a:xfrm>
          </p:grpSpPr>
          <p:grpSp>
            <p:nvGrpSpPr>
              <p:cNvPr id="761" name="Google Shape;761;p17"/>
              <p:cNvGrpSpPr/>
              <p:nvPr/>
            </p:nvGrpSpPr>
            <p:grpSpPr>
              <a:xfrm>
                <a:off x="43" y="4603847"/>
                <a:ext cx="9144293" cy="539950"/>
                <a:chOff x="43" y="4603847"/>
                <a:chExt cx="9144293" cy="539950"/>
              </a:xfrm>
            </p:grpSpPr>
            <p:sp>
              <p:nvSpPr>
                <p:cNvPr id="762" name="Google Shape;762;p17"/>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3" name="Google Shape;763;p17"/>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4" name="Google Shape;764;p17"/>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5" name="Google Shape;765;p17"/>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6" name="Google Shape;766;p17"/>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7" name="Google Shape;767;p17"/>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68" name="Google Shape;768;p17"/>
              <p:cNvGrpSpPr/>
              <p:nvPr/>
            </p:nvGrpSpPr>
            <p:grpSpPr>
              <a:xfrm>
                <a:off x="1292902" y="4770096"/>
                <a:ext cx="343944" cy="212303"/>
                <a:chOff x="1292902" y="4770096"/>
                <a:chExt cx="343944" cy="212303"/>
              </a:xfrm>
            </p:grpSpPr>
            <p:sp>
              <p:nvSpPr>
                <p:cNvPr id="769" name="Google Shape;769;p17"/>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0" name="Google Shape;770;p17"/>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1" name="Google Shape;771;p17"/>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72" name="Google Shape;772;p17"/>
              <p:cNvGrpSpPr/>
              <p:nvPr/>
            </p:nvGrpSpPr>
            <p:grpSpPr>
              <a:xfrm>
                <a:off x="7148396" y="4794866"/>
                <a:ext cx="363460" cy="179560"/>
                <a:chOff x="2652596" y="4794866"/>
                <a:chExt cx="363460" cy="179560"/>
              </a:xfrm>
            </p:grpSpPr>
            <p:sp>
              <p:nvSpPr>
                <p:cNvPr id="773" name="Google Shape;773;p17"/>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4" name="Google Shape;774;p17"/>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5" name="Google Shape;775;p17"/>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76" name="Google Shape;776;p17"/>
              <p:cNvGrpSpPr/>
              <p:nvPr/>
            </p:nvGrpSpPr>
            <p:grpSpPr>
              <a:xfrm>
                <a:off x="7551053" y="4744852"/>
                <a:ext cx="328964" cy="214701"/>
                <a:chOff x="3055253" y="4744852"/>
                <a:chExt cx="328964" cy="214701"/>
              </a:xfrm>
            </p:grpSpPr>
            <p:sp>
              <p:nvSpPr>
                <p:cNvPr id="777" name="Google Shape;777;p17"/>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8" name="Google Shape;778;p17"/>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9" name="Google Shape;779;p17"/>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780" name="Google Shape;780;p17"/>
          <p:cNvSpPr/>
          <p:nvPr>
            <p:ph idx="2" type="pic"/>
          </p:nvPr>
        </p:nvSpPr>
        <p:spPr>
          <a:xfrm flipH="1">
            <a:off x="5753875" y="539500"/>
            <a:ext cx="2676900" cy="3905100"/>
          </a:xfrm>
          <a:prstGeom prst="rect">
            <a:avLst/>
          </a:prstGeom>
          <a:noFill/>
          <a:ln>
            <a:noFill/>
          </a:ln>
        </p:spPr>
      </p:sp>
      <p:sp>
        <p:nvSpPr>
          <p:cNvPr id="781" name="Google Shape;781;p17"/>
          <p:cNvSpPr/>
          <p:nvPr>
            <p:ph idx="3" type="pic"/>
          </p:nvPr>
        </p:nvSpPr>
        <p:spPr>
          <a:xfrm flipH="1">
            <a:off x="713268" y="2583279"/>
            <a:ext cx="4839000" cy="1861500"/>
          </a:xfrm>
          <a:prstGeom prst="rect">
            <a:avLst/>
          </a:prstGeom>
          <a:noFill/>
          <a:ln>
            <a:noFill/>
          </a:ln>
        </p:spPr>
      </p:sp>
      <p:sp>
        <p:nvSpPr>
          <p:cNvPr id="782" name="Google Shape;782;p17"/>
          <p:cNvSpPr/>
          <p:nvPr>
            <p:ph idx="4" type="pic"/>
          </p:nvPr>
        </p:nvSpPr>
        <p:spPr>
          <a:xfrm flipH="1">
            <a:off x="3233550" y="539500"/>
            <a:ext cx="2318700" cy="1842300"/>
          </a:xfrm>
          <a:prstGeom prst="rect">
            <a:avLst/>
          </a:prstGeom>
          <a:noFill/>
          <a:ln>
            <a:noFill/>
          </a:ln>
        </p:spPr>
      </p:sp>
      <p:sp>
        <p:nvSpPr>
          <p:cNvPr id="783" name="Google Shape;783;p17"/>
          <p:cNvSpPr txBox="1"/>
          <p:nvPr>
            <p:ph type="title"/>
          </p:nvPr>
        </p:nvSpPr>
        <p:spPr>
          <a:xfrm>
            <a:off x="713225" y="400950"/>
            <a:ext cx="2056800" cy="1146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84" name="Google Shape;784;p17"/>
          <p:cNvSpPr txBox="1"/>
          <p:nvPr>
            <p:ph idx="1" type="subTitle"/>
          </p:nvPr>
        </p:nvSpPr>
        <p:spPr>
          <a:xfrm>
            <a:off x="713225" y="1449950"/>
            <a:ext cx="2056800" cy="102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785" name="Shape 785"/>
        <p:cNvGrpSpPr/>
        <p:nvPr/>
      </p:nvGrpSpPr>
      <p:grpSpPr>
        <a:xfrm>
          <a:off x="0" y="0"/>
          <a:ext cx="0" cy="0"/>
          <a:chOff x="0" y="0"/>
          <a:chExt cx="0" cy="0"/>
        </a:xfrm>
      </p:grpSpPr>
      <p:grpSp>
        <p:nvGrpSpPr>
          <p:cNvPr id="786" name="Google Shape;786;p18"/>
          <p:cNvGrpSpPr/>
          <p:nvPr/>
        </p:nvGrpSpPr>
        <p:grpSpPr>
          <a:xfrm>
            <a:off x="25" y="0"/>
            <a:ext cx="9150776" cy="5143797"/>
            <a:chOff x="25" y="0"/>
            <a:chExt cx="9150776" cy="5143797"/>
          </a:xfrm>
        </p:grpSpPr>
        <p:grpSp>
          <p:nvGrpSpPr>
            <p:cNvPr id="787" name="Google Shape;787;p18"/>
            <p:cNvGrpSpPr/>
            <p:nvPr/>
          </p:nvGrpSpPr>
          <p:grpSpPr>
            <a:xfrm>
              <a:off x="25" y="0"/>
              <a:ext cx="9150776" cy="1135213"/>
              <a:chOff x="24" y="0"/>
              <a:chExt cx="9150776" cy="2380400"/>
            </a:xfrm>
          </p:grpSpPr>
          <p:sp>
            <p:nvSpPr>
              <p:cNvPr id="788" name="Google Shape;788;p18"/>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9" name="Google Shape;789;p18"/>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0" name="Google Shape;790;p18"/>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1" name="Google Shape;791;p18"/>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792" name="Google Shape;792;p18"/>
            <p:cNvGrpSpPr/>
            <p:nvPr/>
          </p:nvGrpSpPr>
          <p:grpSpPr>
            <a:xfrm>
              <a:off x="43" y="4603847"/>
              <a:ext cx="9144293" cy="539950"/>
              <a:chOff x="43" y="4603847"/>
              <a:chExt cx="9144293" cy="539950"/>
            </a:xfrm>
          </p:grpSpPr>
          <p:grpSp>
            <p:nvGrpSpPr>
              <p:cNvPr id="793" name="Google Shape;793;p18"/>
              <p:cNvGrpSpPr/>
              <p:nvPr/>
            </p:nvGrpSpPr>
            <p:grpSpPr>
              <a:xfrm>
                <a:off x="43" y="4603847"/>
                <a:ext cx="9144293" cy="539950"/>
                <a:chOff x="43" y="4603847"/>
                <a:chExt cx="9144293" cy="539950"/>
              </a:xfrm>
            </p:grpSpPr>
            <p:sp>
              <p:nvSpPr>
                <p:cNvPr id="794" name="Google Shape;794;p18"/>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5" name="Google Shape;795;p18"/>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6" name="Google Shape;796;p18"/>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7" name="Google Shape;797;p18"/>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8" name="Google Shape;798;p18"/>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9" name="Google Shape;799;p18"/>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00" name="Google Shape;800;p18"/>
              <p:cNvGrpSpPr/>
              <p:nvPr/>
            </p:nvGrpSpPr>
            <p:grpSpPr>
              <a:xfrm flipH="1">
                <a:off x="8773603" y="4759958"/>
                <a:ext cx="339829" cy="252642"/>
                <a:chOff x="206231" y="4759958"/>
                <a:chExt cx="339829" cy="252642"/>
              </a:xfrm>
            </p:grpSpPr>
            <p:sp>
              <p:nvSpPr>
                <p:cNvPr id="801" name="Google Shape;801;p18"/>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2" name="Google Shape;802;p18"/>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03" name="Google Shape;803;p18"/>
              <p:cNvGrpSpPr/>
              <p:nvPr/>
            </p:nvGrpSpPr>
            <p:grpSpPr>
              <a:xfrm flipH="1">
                <a:off x="8386608" y="4765719"/>
                <a:ext cx="323828" cy="223114"/>
                <a:chOff x="609226" y="4765719"/>
                <a:chExt cx="323828" cy="223114"/>
              </a:xfrm>
            </p:grpSpPr>
            <p:sp>
              <p:nvSpPr>
                <p:cNvPr id="804" name="Google Shape;804;p18"/>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5" name="Google Shape;805;p18"/>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06" name="Google Shape;806;p18"/>
              <p:cNvGrpSpPr/>
              <p:nvPr/>
            </p:nvGrpSpPr>
            <p:grpSpPr>
              <a:xfrm flipH="1">
                <a:off x="4634816" y="4770096"/>
                <a:ext cx="343944" cy="212303"/>
                <a:chOff x="1292902" y="4770096"/>
                <a:chExt cx="343944" cy="212303"/>
              </a:xfrm>
            </p:grpSpPr>
            <p:sp>
              <p:nvSpPr>
                <p:cNvPr id="807" name="Google Shape;807;p18"/>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8" name="Google Shape;808;p18"/>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9" name="Google Shape;809;p18"/>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10" name="Google Shape;810;p18"/>
              <p:cNvGrpSpPr/>
              <p:nvPr/>
            </p:nvGrpSpPr>
            <p:grpSpPr>
              <a:xfrm flipH="1">
                <a:off x="741006" y="4794866"/>
                <a:ext cx="363460" cy="179560"/>
                <a:chOff x="2652596" y="4794866"/>
                <a:chExt cx="363460" cy="179560"/>
              </a:xfrm>
            </p:grpSpPr>
            <p:sp>
              <p:nvSpPr>
                <p:cNvPr id="811" name="Google Shape;811;p18"/>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2" name="Google Shape;812;p18"/>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3" name="Google Shape;813;p18"/>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14" name="Google Shape;814;p18"/>
              <p:cNvGrpSpPr/>
              <p:nvPr/>
            </p:nvGrpSpPr>
            <p:grpSpPr>
              <a:xfrm flipH="1">
                <a:off x="372846" y="4744852"/>
                <a:ext cx="328964" cy="214701"/>
                <a:chOff x="3055253" y="4744852"/>
                <a:chExt cx="328964" cy="214701"/>
              </a:xfrm>
            </p:grpSpPr>
            <p:sp>
              <p:nvSpPr>
                <p:cNvPr id="815" name="Google Shape;815;p18"/>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6" name="Google Shape;816;p18"/>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7" name="Google Shape;817;p18"/>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18" name="Google Shape;818;p18"/>
              <p:cNvGrpSpPr/>
              <p:nvPr/>
            </p:nvGrpSpPr>
            <p:grpSpPr>
              <a:xfrm flipH="1">
                <a:off x="140521" y="4794745"/>
                <a:ext cx="181242" cy="177466"/>
                <a:chOff x="3435299" y="4794745"/>
                <a:chExt cx="181242" cy="177466"/>
              </a:xfrm>
            </p:grpSpPr>
            <p:sp>
              <p:nvSpPr>
                <p:cNvPr id="819" name="Google Shape;819;p18"/>
                <p:cNvSpPr/>
                <p:nvPr/>
              </p:nvSpPr>
              <p:spPr>
                <a:xfrm>
                  <a:off x="3435299" y="4796402"/>
                  <a:ext cx="137643" cy="175810"/>
                </a:xfrm>
                <a:custGeom>
                  <a:rect b="b" l="l" r="r" t="t"/>
                  <a:pathLst>
                    <a:path extrusionOk="0" h="48167" w="31247">
                      <a:moveTo>
                        <a:pt x="0" y="11"/>
                      </a:moveTo>
                      <a:cubicBezTo>
                        <a:pt x="3589" y="8239"/>
                        <a:pt x="8682" y="16661"/>
                        <a:pt x="13926" y="24954"/>
                      </a:cubicBezTo>
                      <a:cubicBezTo>
                        <a:pt x="19202" y="33225"/>
                        <a:pt x="24651" y="41410"/>
                        <a:pt x="30576" y="48167"/>
                      </a:cubicBezTo>
                      <a:lnTo>
                        <a:pt x="30576" y="48167"/>
                      </a:lnTo>
                      <a:cubicBezTo>
                        <a:pt x="31517" y="43788"/>
                        <a:pt x="31484" y="38729"/>
                        <a:pt x="30381" y="33571"/>
                      </a:cubicBezTo>
                      <a:cubicBezTo>
                        <a:pt x="29300" y="28414"/>
                        <a:pt x="27149" y="23170"/>
                        <a:pt x="24164" y="18456"/>
                      </a:cubicBezTo>
                      <a:cubicBezTo>
                        <a:pt x="21170" y="13742"/>
                        <a:pt x="17342" y="9569"/>
                        <a:pt x="13136" y="6390"/>
                      </a:cubicBezTo>
                      <a:cubicBezTo>
                        <a:pt x="8931" y="3200"/>
                        <a:pt x="4368" y="1016"/>
                        <a:pt x="11" y="0"/>
                      </a:cubicBezTo>
                      <a:lnTo>
                        <a:pt x="1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0" name="Google Shape;820;p18"/>
                <p:cNvSpPr/>
                <p:nvPr/>
              </p:nvSpPr>
              <p:spPr>
                <a:xfrm>
                  <a:off x="3566765" y="4794745"/>
                  <a:ext cx="49776" cy="173915"/>
                </a:xfrm>
                <a:custGeom>
                  <a:rect b="b" l="l" r="r" t="t"/>
                  <a:pathLst>
                    <a:path extrusionOk="0" h="47648" w="11300">
                      <a:moveTo>
                        <a:pt x="1054" y="0"/>
                      </a:moveTo>
                      <a:cubicBezTo>
                        <a:pt x="1822" y="7579"/>
                        <a:pt x="1552" y="15213"/>
                        <a:pt x="925" y="23278"/>
                      </a:cubicBezTo>
                      <a:cubicBezTo>
                        <a:pt x="308" y="31301"/>
                        <a:pt x="-665" y="40102"/>
                        <a:pt x="665" y="47648"/>
                      </a:cubicBezTo>
                      <a:lnTo>
                        <a:pt x="665" y="47648"/>
                      </a:lnTo>
                      <a:cubicBezTo>
                        <a:pt x="3282" y="44891"/>
                        <a:pt x="5671" y="41496"/>
                        <a:pt x="7563" y="37506"/>
                      </a:cubicBezTo>
                      <a:cubicBezTo>
                        <a:pt x="9444" y="33528"/>
                        <a:pt x="10817" y="28922"/>
                        <a:pt x="11196" y="24078"/>
                      </a:cubicBezTo>
                      <a:cubicBezTo>
                        <a:pt x="11585" y="19213"/>
                        <a:pt x="10893" y="14174"/>
                        <a:pt x="9077" y="9839"/>
                      </a:cubicBezTo>
                      <a:cubicBezTo>
                        <a:pt x="7293" y="5493"/>
                        <a:pt x="4330" y="1935"/>
                        <a:pt x="1054" y="0"/>
                      </a:cubicBezTo>
                      <a:lnTo>
                        <a:pt x="105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21" name="Google Shape;821;p18"/>
              <p:cNvGrpSpPr/>
              <p:nvPr/>
            </p:nvGrpSpPr>
            <p:grpSpPr>
              <a:xfrm flipH="1">
                <a:off x="4259046" y="4744852"/>
                <a:ext cx="328964" cy="214701"/>
                <a:chOff x="3055253" y="4744852"/>
                <a:chExt cx="328964" cy="214701"/>
              </a:xfrm>
            </p:grpSpPr>
            <p:sp>
              <p:nvSpPr>
                <p:cNvPr id="822" name="Google Shape;822;p18"/>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3" name="Google Shape;823;p18"/>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4" name="Google Shape;824;p18"/>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825" name="Google Shape;825;p18"/>
          <p:cNvSpPr txBox="1"/>
          <p:nvPr>
            <p:ph type="title"/>
          </p:nvPr>
        </p:nvSpPr>
        <p:spPr>
          <a:xfrm>
            <a:off x="713250" y="445025"/>
            <a:ext cx="4635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26" name="Google Shape;826;p18"/>
          <p:cNvSpPr txBox="1"/>
          <p:nvPr>
            <p:ph idx="1" type="body"/>
          </p:nvPr>
        </p:nvSpPr>
        <p:spPr>
          <a:xfrm>
            <a:off x="713250" y="1257575"/>
            <a:ext cx="7717500" cy="23538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120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827" name="Shape 827"/>
        <p:cNvGrpSpPr/>
        <p:nvPr/>
      </p:nvGrpSpPr>
      <p:grpSpPr>
        <a:xfrm>
          <a:off x="0" y="0"/>
          <a:ext cx="0" cy="0"/>
          <a:chOff x="0" y="0"/>
          <a:chExt cx="0" cy="0"/>
        </a:xfrm>
      </p:grpSpPr>
      <p:grpSp>
        <p:nvGrpSpPr>
          <p:cNvPr id="828" name="Google Shape;828;p19"/>
          <p:cNvGrpSpPr/>
          <p:nvPr/>
        </p:nvGrpSpPr>
        <p:grpSpPr>
          <a:xfrm>
            <a:off x="-313410" y="0"/>
            <a:ext cx="9653988" cy="5143797"/>
            <a:chOff x="-313410" y="0"/>
            <a:chExt cx="9653988" cy="5143797"/>
          </a:xfrm>
        </p:grpSpPr>
        <p:grpSp>
          <p:nvGrpSpPr>
            <p:cNvPr id="829" name="Google Shape;829;p19"/>
            <p:cNvGrpSpPr/>
            <p:nvPr/>
          </p:nvGrpSpPr>
          <p:grpSpPr>
            <a:xfrm>
              <a:off x="25" y="0"/>
              <a:ext cx="9150776" cy="1135213"/>
              <a:chOff x="24" y="0"/>
              <a:chExt cx="9150776" cy="2380400"/>
            </a:xfrm>
          </p:grpSpPr>
          <p:sp>
            <p:nvSpPr>
              <p:cNvPr id="830" name="Google Shape;830;p19"/>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1" name="Google Shape;831;p19"/>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2" name="Google Shape;832;p19"/>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3" name="Google Shape;833;p19"/>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834" name="Google Shape;834;p19"/>
            <p:cNvGrpSpPr/>
            <p:nvPr/>
          </p:nvGrpSpPr>
          <p:grpSpPr>
            <a:xfrm flipH="1">
              <a:off x="43" y="4603847"/>
              <a:ext cx="9144293" cy="539950"/>
              <a:chOff x="43" y="4603847"/>
              <a:chExt cx="9144293" cy="539950"/>
            </a:xfrm>
          </p:grpSpPr>
          <p:sp>
            <p:nvSpPr>
              <p:cNvPr id="835" name="Google Shape;835;p19"/>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6" name="Google Shape;836;p19"/>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7" name="Google Shape;837;p19"/>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8" name="Google Shape;838;p19"/>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9" name="Google Shape;839;p19"/>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0" name="Google Shape;840;p19"/>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41" name="Google Shape;841;p19"/>
              <p:cNvGrpSpPr/>
              <p:nvPr/>
            </p:nvGrpSpPr>
            <p:grpSpPr>
              <a:xfrm>
                <a:off x="206231" y="4759958"/>
                <a:ext cx="339829" cy="252642"/>
                <a:chOff x="206231" y="4759958"/>
                <a:chExt cx="339829" cy="252642"/>
              </a:xfrm>
            </p:grpSpPr>
            <p:sp>
              <p:nvSpPr>
                <p:cNvPr id="842" name="Google Shape;842;p19"/>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3" name="Google Shape;843;p19"/>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44" name="Google Shape;844;p19"/>
              <p:cNvGrpSpPr/>
              <p:nvPr/>
            </p:nvGrpSpPr>
            <p:grpSpPr>
              <a:xfrm>
                <a:off x="609226" y="4765719"/>
                <a:ext cx="323828" cy="223114"/>
                <a:chOff x="609226" y="4765719"/>
                <a:chExt cx="323828" cy="223114"/>
              </a:xfrm>
            </p:grpSpPr>
            <p:sp>
              <p:nvSpPr>
                <p:cNvPr id="845" name="Google Shape;845;p19"/>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6" name="Google Shape;846;p19"/>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47" name="Google Shape;847;p19"/>
              <p:cNvGrpSpPr/>
              <p:nvPr/>
            </p:nvGrpSpPr>
            <p:grpSpPr>
              <a:xfrm>
                <a:off x="1292902" y="4770096"/>
                <a:ext cx="343944" cy="212303"/>
                <a:chOff x="1292902" y="4770096"/>
                <a:chExt cx="343944" cy="212303"/>
              </a:xfrm>
            </p:grpSpPr>
            <p:sp>
              <p:nvSpPr>
                <p:cNvPr id="848" name="Google Shape;848;p19"/>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9" name="Google Shape;849;p19"/>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0" name="Google Shape;850;p19"/>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51" name="Google Shape;851;p19"/>
              <p:cNvSpPr/>
              <p:nvPr/>
            </p:nvSpPr>
            <p:spPr>
              <a:xfrm>
                <a:off x="2090505" y="4850202"/>
                <a:ext cx="295236" cy="133623"/>
              </a:xfrm>
              <a:custGeom>
                <a:rect b="b" l="l" r="r" t="t"/>
                <a:pathLst>
                  <a:path extrusionOk="0" h="36609" w="67023">
                    <a:moveTo>
                      <a:pt x="67023" y="0"/>
                    </a:moveTo>
                    <a:cubicBezTo>
                      <a:pt x="43410" y="757"/>
                      <a:pt x="13396" y="17159"/>
                      <a:pt x="0" y="36609"/>
                    </a:cubicBezTo>
                    <a:lnTo>
                      <a:pt x="0" y="36609"/>
                    </a:lnTo>
                    <a:cubicBezTo>
                      <a:pt x="23613" y="35852"/>
                      <a:pt x="53627" y="19451"/>
                      <a:pt x="67023" y="0"/>
                    </a:cubicBezTo>
                    <a:lnTo>
                      <a:pt x="67023" y="0"/>
                    </a:lnTo>
                    <a:lnTo>
                      <a:pt x="6702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52" name="Google Shape;852;p19"/>
              <p:cNvGrpSpPr/>
              <p:nvPr/>
            </p:nvGrpSpPr>
            <p:grpSpPr>
              <a:xfrm>
                <a:off x="2580036" y="4794866"/>
                <a:ext cx="436020" cy="179560"/>
                <a:chOff x="2580036" y="4794866"/>
                <a:chExt cx="436020" cy="179560"/>
              </a:xfrm>
            </p:grpSpPr>
            <p:sp>
              <p:nvSpPr>
                <p:cNvPr id="853" name="Google Shape;853;p19"/>
                <p:cNvSpPr/>
                <p:nvPr/>
              </p:nvSpPr>
              <p:spPr>
                <a:xfrm>
                  <a:off x="2580036" y="4828113"/>
                  <a:ext cx="74356" cy="141514"/>
                </a:xfrm>
                <a:custGeom>
                  <a:rect b="b" l="l" r="r" t="t"/>
                  <a:pathLst>
                    <a:path extrusionOk="0" h="38771" w="16880">
                      <a:moveTo>
                        <a:pt x="55" y="0"/>
                      </a:moveTo>
                      <a:cubicBezTo>
                        <a:pt x="-723" y="13039"/>
                        <a:pt x="6780" y="30403"/>
                        <a:pt x="16825" y="38772"/>
                      </a:cubicBezTo>
                      <a:lnTo>
                        <a:pt x="16825" y="38772"/>
                      </a:lnTo>
                      <a:cubicBezTo>
                        <a:pt x="17603" y="25733"/>
                        <a:pt x="10100" y="8369"/>
                        <a:pt x="55" y="0"/>
                      </a:cubicBezTo>
                      <a:lnTo>
                        <a:pt x="55" y="0"/>
                      </a:lnTo>
                      <a:cubicBezTo>
                        <a:pt x="55" y="0"/>
                        <a:pt x="55" y="0"/>
                        <a:pt x="55"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4" name="Google Shape;854;p19"/>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5" name="Google Shape;855;p19"/>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6" name="Google Shape;856;p19"/>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57" name="Google Shape;857;p19"/>
              <p:cNvGrpSpPr/>
              <p:nvPr/>
            </p:nvGrpSpPr>
            <p:grpSpPr>
              <a:xfrm>
                <a:off x="3055253" y="4744852"/>
                <a:ext cx="328964" cy="214701"/>
                <a:chOff x="3055253" y="4744852"/>
                <a:chExt cx="328964" cy="214701"/>
              </a:xfrm>
            </p:grpSpPr>
            <p:sp>
              <p:nvSpPr>
                <p:cNvPr id="858" name="Google Shape;858;p19"/>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9" name="Google Shape;859;p19"/>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0" name="Google Shape;860;p19"/>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861" name="Google Shape;861;p19"/>
            <p:cNvSpPr/>
            <p:nvPr/>
          </p:nvSpPr>
          <p:spPr>
            <a:xfrm flipH="1">
              <a:off x="-313410" y="3352753"/>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2" name="Google Shape;862;p19"/>
            <p:cNvSpPr/>
            <p:nvPr/>
          </p:nvSpPr>
          <p:spPr>
            <a:xfrm>
              <a:off x="8430765" y="3496391"/>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63" name="Google Shape;863;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64" name="Google Shape;864;p19"/>
          <p:cNvSpPr txBox="1"/>
          <p:nvPr>
            <p:ph idx="1" type="subTitle"/>
          </p:nvPr>
        </p:nvSpPr>
        <p:spPr>
          <a:xfrm>
            <a:off x="720000" y="1651100"/>
            <a:ext cx="6035100" cy="440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865" name="Google Shape;865;p19"/>
          <p:cNvSpPr txBox="1"/>
          <p:nvPr>
            <p:ph idx="2" type="subTitle"/>
          </p:nvPr>
        </p:nvSpPr>
        <p:spPr>
          <a:xfrm>
            <a:off x="720000" y="2739600"/>
            <a:ext cx="6035100" cy="440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866" name="Google Shape;866;p19"/>
          <p:cNvSpPr txBox="1"/>
          <p:nvPr>
            <p:ph idx="3" type="subTitle"/>
          </p:nvPr>
        </p:nvSpPr>
        <p:spPr>
          <a:xfrm>
            <a:off x="720000" y="3828100"/>
            <a:ext cx="6035100" cy="440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867" name="Google Shape;867;p19"/>
          <p:cNvSpPr txBox="1"/>
          <p:nvPr>
            <p:ph idx="4" type="subTitle"/>
          </p:nvPr>
        </p:nvSpPr>
        <p:spPr>
          <a:xfrm>
            <a:off x="720000" y="1358600"/>
            <a:ext cx="6035100" cy="440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68" name="Google Shape;868;p19"/>
          <p:cNvSpPr txBox="1"/>
          <p:nvPr>
            <p:ph idx="5" type="subTitle"/>
          </p:nvPr>
        </p:nvSpPr>
        <p:spPr>
          <a:xfrm>
            <a:off x="720000" y="2447098"/>
            <a:ext cx="6035100" cy="440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69" name="Google Shape;869;p19"/>
          <p:cNvSpPr txBox="1"/>
          <p:nvPr>
            <p:ph idx="6" type="subTitle"/>
          </p:nvPr>
        </p:nvSpPr>
        <p:spPr>
          <a:xfrm>
            <a:off x="720000" y="3535598"/>
            <a:ext cx="6035100" cy="440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870" name="Shape 870"/>
        <p:cNvGrpSpPr/>
        <p:nvPr/>
      </p:nvGrpSpPr>
      <p:grpSpPr>
        <a:xfrm>
          <a:off x="0" y="0"/>
          <a:ext cx="0" cy="0"/>
          <a:chOff x="0" y="0"/>
          <a:chExt cx="0" cy="0"/>
        </a:xfrm>
      </p:grpSpPr>
      <p:grpSp>
        <p:nvGrpSpPr>
          <p:cNvPr id="871" name="Google Shape;871;p20"/>
          <p:cNvGrpSpPr/>
          <p:nvPr/>
        </p:nvGrpSpPr>
        <p:grpSpPr>
          <a:xfrm>
            <a:off x="-553949" y="0"/>
            <a:ext cx="9704750" cy="5143797"/>
            <a:chOff x="-553949" y="0"/>
            <a:chExt cx="9704750" cy="5143797"/>
          </a:xfrm>
        </p:grpSpPr>
        <p:grpSp>
          <p:nvGrpSpPr>
            <p:cNvPr id="872" name="Google Shape;872;p20"/>
            <p:cNvGrpSpPr/>
            <p:nvPr/>
          </p:nvGrpSpPr>
          <p:grpSpPr>
            <a:xfrm>
              <a:off x="-553949" y="0"/>
              <a:ext cx="9704750" cy="5143797"/>
              <a:chOff x="-553949" y="0"/>
              <a:chExt cx="9704750" cy="5143797"/>
            </a:xfrm>
          </p:grpSpPr>
          <p:grpSp>
            <p:nvGrpSpPr>
              <p:cNvPr id="873" name="Google Shape;873;p20"/>
              <p:cNvGrpSpPr/>
              <p:nvPr/>
            </p:nvGrpSpPr>
            <p:grpSpPr>
              <a:xfrm>
                <a:off x="25" y="0"/>
                <a:ext cx="9150776" cy="5143797"/>
                <a:chOff x="25" y="0"/>
                <a:chExt cx="9150776" cy="5143797"/>
              </a:xfrm>
            </p:grpSpPr>
            <p:grpSp>
              <p:nvGrpSpPr>
                <p:cNvPr id="874" name="Google Shape;874;p20"/>
                <p:cNvGrpSpPr/>
                <p:nvPr/>
              </p:nvGrpSpPr>
              <p:grpSpPr>
                <a:xfrm>
                  <a:off x="25" y="0"/>
                  <a:ext cx="9150776" cy="1135213"/>
                  <a:chOff x="24" y="0"/>
                  <a:chExt cx="9150776" cy="2380400"/>
                </a:xfrm>
              </p:grpSpPr>
              <p:sp>
                <p:nvSpPr>
                  <p:cNvPr id="875" name="Google Shape;875;p20"/>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6" name="Google Shape;876;p20"/>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7" name="Google Shape;877;p20"/>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8" name="Google Shape;878;p20"/>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879" name="Google Shape;879;p20"/>
                <p:cNvGrpSpPr/>
                <p:nvPr/>
              </p:nvGrpSpPr>
              <p:grpSpPr>
                <a:xfrm>
                  <a:off x="43" y="4603847"/>
                  <a:ext cx="9144293" cy="539950"/>
                  <a:chOff x="43" y="4603847"/>
                  <a:chExt cx="9144293" cy="539950"/>
                </a:xfrm>
              </p:grpSpPr>
              <p:grpSp>
                <p:nvGrpSpPr>
                  <p:cNvPr id="880" name="Google Shape;880;p20"/>
                  <p:cNvGrpSpPr/>
                  <p:nvPr/>
                </p:nvGrpSpPr>
                <p:grpSpPr>
                  <a:xfrm>
                    <a:off x="43" y="4603847"/>
                    <a:ext cx="9144293" cy="539950"/>
                    <a:chOff x="43" y="4603847"/>
                    <a:chExt cx="9144293" cy="539950"/>
                  </a:xfrm>
                </p:grpSpPr>
                <p:sp>
                  <p:nvSpPr>
                    <p:cNvPr id="881" name="Google Shape;881;p20"/>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2" name="Google Shape;882;p20"/>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3" name="Google Shape;883;p20"/>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4" name="Google Shape;884;p20"/>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5" name="Google Shape;885;p20"/>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6" name="Google Shape;886;p20"/>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87" name="Google Shape;887;p20"/>
                  <p:cNvGrpSpPr/>
                  <p:nvPr/>
                </p:nvGrpSpPr>
                <p:grpSpPr>
                  <a:xfrm>
                    <a:off x="1292902" y="4770096"/>
                    <a:ext cx="343944" cy="212303"/>
                    <a:chOff x="1292902" y="4770096"/>
                    <a:chExt cx="343944" cy="212303"/>
                  </a:xfrm>
                </p:grpSpPr>
                <p:sp>
                  <p:nvSpPr>
                    <p:cNvPr id="888" name="Google Shape;888;p20"/>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9" name="Google Shape;889;p20"/>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0" name="Google Shape;890;p20"/>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91" name="Google Shape;891;p20"/>
                  <p:cNvGrpSpPr/>
                  <p:nvPr/>
                </p:nvGrpSpPr>
                <p:grpSpPr>
                  <a:xfrm>
                    <a:off x="7148396" y="4794866"/>
                    <a:ext cx="363460" cy="179560"/>
                    <a:chOff x="2652596" y="4794866"/>
                    <a:chExt cx="363460" cy="179560"/>
                  </a:xfrm>
                </p:grpSpPr>
                <p:sp>
                  <p:nvSpPr>
                    <p:cNvPr id="892" name="Google Shape;892;p20"/>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3" name="Google Shape;893;p20"/>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4" name="Google Shape;894;p20"/>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95" name="Google Shape;895;p20"/>
                  <p:cNvGrpSpPr/>
                  <p:nvPr/>
                </p:nvGrpSpPr>
                <p:grpSpPr>
                  <a:xfrm>
                    <a:off x="3969653" y="4744852"/>
                    <a:ext cx="328964" cy="214701"/>
                    <a:chOff x="-526147" y="4744852"/>
                    <a:chExt cx="328964" cy="214701"/>
                  </a:xfrm>
                </p:grpSpPr>
                <p:sp>
                  <p:nvSpPr>
                    <p:cNvPr id="896" name="Google Shape;896;p20"/>
                    <p:cNvSpPr/>
                    <p:nvPr/>
                  </p:nvSpPr>
                  <p:spPr>
                    <a:xfrm>
                      <a:off x="-526147"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7" name="Google Shape;897;p20"/>
                    <p:cNvSpPr/>
                    <p:nvPr/>
                  </p:nvSpPr>
                  <p:spPr>
                    <a:xfrm>
                      <a:off x="-462068"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8" name="Google Shape;898;p20"/>
                    <p:cNvSpPr/>
                    <p:nvPr/>
                  </p:nvSpPr>
                  <p:spPr>
                    <a:xfrm>
                      <a:off x="-426266"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899" name="Google Shape;899;p20"/>
              <p:cNvSpPr/>
              <p:nvPr/>
            </p:nvSpPr>
            <p:spPr>
              <a:xfrm flipH="1">
                <a:off x="-553949" y="4145208"/>
                <a:ext cx="1176703" cy="192649"/>
              </a:xfrm>
              <a:custGeom>
                <a:rect b="b" l="l" r="r" t="t"/>
                <a:pathLst>
                  <a:path extrusionOk="0" h="29961" w="183002">
                    <a:moveTo>
                      <a:pt x="11" y="29962"/>
                    </a:moveTo>
                    <a:lnTo>
                      <a:pt x="183003" y="29962"/>
                    </a:lnTo>
                    <a:cubicBezTo>
                      <a:pt x="180494" y="21982"/>
                      <a:pt x="170526" y="15701"/>
                      <a:pt x="162374" y="17625"/>
                    </a:cubicBezTo>
                    <a:cubicBezTo>
                      <a:pt x="160016" y="7440"/>
                      <a:pt x="149864" y="-355"/>
                      <a:pt x="139420" y="12"/>
                    </a:cubicBezTo>
                    <a:cubicBezTo>
                      <a:pt x="128975" y="380"/>
                      <a:pt x="119385" y="8857"/>
                      <a:pt x="117742" y="19182"/>
                    </a:cubicBezTo>
                    <a:cubicBezTo>
                      <a:pt x="114022" y="14511"/>
                      <a:pt x="107470" y="12306"/>
                      <a:pt x="101697" y="13787"/>
                    </a:cubicBezTo>
                    <a:cubicBezTo>
                      <a:pt x="95912" y="15257"/>
                      <a:pt x="91220" y="20339"/>
                      <a:pt x="90193" y="26210"/>
                    </a:cubicBezTo>
                    <a:cubicBezTo>
                      <a:pt x="86138" y="17625"/>
                      <a:pt x="72656" y="15711"/>
                      <a:pt x="66375" y="22826"/>
                    </a:cubicBezTo>
                    <a:cubicBezTo>
                      <a:pt x="45897" y="10403"/>
                      <a:pt x="17439" y="13538"/>
                      <a:pt x="0" y="2996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00" name="Google Shape;900;p20"/>
            <p:cNvGrpSpPr/>
            <p:nvPr/>
          </p:nvGrpSpPr>
          <p:grpSpPr>
            <a:xfrm>
              <a:off x="7084734" y="3930322"/>
              <a:ext cx="2058714" cy="678320"/>
              <a:chOff x="7084734" y="3930322"/>
              <a:chExt cx="2058714" cy="678320"/>
            </a:xfrm>
          </p:grpSpPr>
          <p:sp>
            <p:nvSpPr>
              <p:cNvPr id="901" name="Google Shape;901;p20"/>
              <p:cNvSpPr/>
              <p:nvPr/>
            </p:nvSpPr>
            <p:spPr>
              <a:xfrm>
                <a:off x="8145620" y="3930322"/>
                <a:ext cx="997812" cy="678320"/>
              </a:xfrm>
              <a:custGeom>
                <a:rect b="b" l="l" r="r" t="t"/>
                <a:pathLst>
                  <a:path extrusionOk="0" h="185841" w="226518">
                    <a:moveTo>
                      <a:pt x="194332" y="1391"/>
                    </a:moveTo>
                    <a:cubicBezTo>
                      <a:pt x="175984" y="5326"/>
                      <a:pt x="158987" y="20452"/>
                      <a:pt x="158219" y="39200"/>
                    </a:cubicBezTo>
                    <a:cubicBezTo>
                      <a:pt x="154435" y="32637"/>
                      <a:pt x="146024" y="29156"/>
                      <a:pt x="138704" y="31113"/>
                    </a:cubicBezTo>
                    <a:cubicBezTo>
                      <a:pt x="131395" y="33080"/>
                      <a:pt x="125860" y="40314"/>
                      <a:pt x="125870" y="47882"/>
                    </a:cubicBezTo>
                    <a:cubicBezTo>
                      <a:pt x="119156" y="35200"/>
                      <a:pt x="102798" y="29102"/>
                      <a:pt x="88958" y="32864"/>
                    </a:cubicBezTo>
                    <a:cubicBezTo>
                      <a:pt x="75119" y="36637"/>
                      <a:pt x="64469" y="49114"/>
                      <a:pt x="61345" y="63116"/>
                    </a:cubicBezTo>
                    <a:cubicBezTo>
                      <a:pt x="58220" y="77117"/>
                      <a:pt x="62091" y="92178"/>
                      <a:pt x="70222" y="104007"/>
                    </a:cubicBezTo>
                    <a:cubicBezTo>
                      <a:pt x="61712" y="101055"/>
                      <a:pt x="51625" y="109780"/>
                      <a:pt x="53312" y="118624"/>
                    </a:cubicBezTo>
                    <a:cubicBezTo>
                      <a:pt x="37180" y="119251"/>
                      <a:pt x="21481" y="127328"/>
                      <a:pt x="11589" y="140086"/>
                    </a:cubicBezTo>
                    <a:cubicBezTo>
                      <a:pt x="1695" y="152855"/>
                      <a:pt x="-2208" y="170067"/>
                      <a:pt x="1220" y="185842"/>
                    </a:cubicBezTo>
                    <a:cubicBezTo>
                      <a:pt x="72730" y="158498"/>
                      <a:pt x="150003" y="148530"/>
                      <a:pt x="226518" y="151914"/>
                    </a:cubicBezTo>
                    <a:lnTo>
                      <a:pt x="226518" y="2212"/>
                    </a:lnTo>
                    <a:cubicBezTo>
                      <a:pt x="215847" y="-166"/>
                      <a:pt x="204959" y="-901"/>
                      <a:pt x="194321" y="1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02" name="Google Shape;902;p20"/>
              <p:cNvGrpSpPr/>
              <p:nvPr/>
            </p:nvGrpSpPr>
            <p:grpSpPr>
              <a:xfrm>
                <a:off x="7084734" y="4426965"/>
                <a:ext cx="2058714" cy="179549"/>
                <a:chOff x="7814590" y="4271587"/>
                <a:chExt cx="1326491" cy="334731"/>
              </a:xfrm>
            </p:grpSpPr>
            <p:sp>
              <p:nvSpPr>
                <p:cNvPr id="903" name="Google Shape;903;p20"/>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4" name="Google Shape;904;p20"/>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5" name="Google Shape;905;p20"/>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906" name="Google Shape;906;p20"/>
            <p:cNvGrpSpPr/>
            <p:nvPr/>
          </p:nvGrpSpPr>
          <p:grpSpPr>
            <a:xfrm flipH="1">
              <a:off x="-373" y="4426965"/>
              <a:ext cx="2058714" cy="179549"/>
              <a:chOff x="7814590" y="4271587"/>
              <a:chExt cx="1326491" cy="334731"/>
            </a:xfrm>
          </p:grpSpPr>
          <p:sp>
            <p:nvSpPr>
              <p:cNvPr id="907" name="Google Shape;907;p20"/>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8" name="Google Shape;908;p20"/>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9" name="Google Shape;909;p20"/>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910" name="Google Shape;910;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11" name="Google Shape;911;p20"/>
          <p:cNvSpPr txBox="1"/>
          <p:nvPr>
            <p:ph idx="1" type="subTitle"/>
          </p:nvPr>
        </p:nvSpPr>
        <p:spPr>
          <a:xfrm>
            <a:off x="720000" y="1649827"/>
            <a:ext cx="3318300" cy="78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12" name="Google Shape;912;p20"/>
          <p:cNvSpPr txBox="1"/>
          <p:nvPr>
            <p:ph idx="2" type="subTitle"/>
          </p:nvPr>
        </p:nvSpPr>
        <p:spPr>
          <a:xfrm>
            <a:off x="4399194" y="1649822"/>
            <a:ext cx="3318300" cy="78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13" name="Google Shape;913;p20"/>
          <p:cNvSpPr txBox="1"/>
          <p:nvPr>
            <p:ph idx="3" type="subTitle"/>
          </p:nvPr>
        </p:nvSpPr>
        <p:spPr>
          <a:xfrm>
            <a:off x="720000" y="3268101"/>
            <a:ext cx="3318300" cy="78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14" name="Google Shape;914;p20"/>
          <p:cNvSpPr txBox="1"/>
          <p:nvPr>
            <p:ph idx="4" type="subTitle"/>
          </p:nvPr>
        </p:nvSpPr>
        <p:spPr>
          <a:xfrm>
            <a:off x="4399180" y="3268099"/>
            <a:ext cx="3318300" cy="78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15" name="Google Shape;915;p20"/>
          <p:cNvSpPr txBox="1"/>
          <p:nvPr>
            <p:ph idx="5" type="subTitle"/>
          </p:nvPr>
        </p:nvSpPr>
        <p:spPr>
          <a:xfrm>
            <a:off x="720000" y="1434054"/>
            <a:ext cx="33183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16" name="Google Shape;916;p20"/>
          <p:cNvSpPr txBox="1"/>
          <p:nvPr>
            <p:ph idx="6" type="subTitle"/>
          </p:nvPr>
        </p:nvSpPr>
        <p:spPr>
          <a:xfrm>
            <a:off x="720000" y="3052409"/>
            <a:ext cx="33183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17" name="Google Shape;917;p20"/>
          <p:cNvSpPr txBox="1"/>
          <p:nvPr>
            <p:ph idx="7" type="subTitle"/>
          </p:nvPr>
        </p:nvSpPr>
        <p:spPr>
          <a:xfrm>
            <a:off x="4399157" y="1434050"/>
            <a:ext cx="33183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18" name="Google Shape;918;p20"/>
          <p:cNvSpPr txBox="1"/>
          <p:nvPr>
            <p:ph idx="8" type="subTitle"/>
          </p:nvPr>
        </p:nvSpPr>
        <p:spPr>
          <a:xfrm>
            <a:off x="4399157" y="3052402"/>
            <a:ext cx="33183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919" name="Shape 919"/>
        <p:cNvGrpSpPr/>
        <p:nvPr/>
      </p:nvGrpSpPr>
      <p:grpSpPr>
        <a:xfrm>
          <a:off x="0" y="0"/>
          <a:ext cx="0" cy="0"/>
          <a:chOff x="0" y="0"/>
          <a:chExt cx="0" cy="0"/>
        </a:xfrm>
      </p:grpSpPr>
      <p:grpSp>
        <p:nvGrpSpPr>
          <p:cNvPr id="920" name="Google Shape;920;p21"/>
          <p:cNvGrpSpPr/>
          <p:nvPr/>
        </p:nvGrpSpPr>
        <p:grpSpPr>
          <a:xfrm>
            <a:off x="-313410" y="0"/>
            <a:ext cx="9653988" cy="5143797"/>
            <a:chOff x="-313410" y="0"/>
            <a:chExt cx="9653988" cy="5143797"/>
          </a:xfrm>
        </p:grpSpPr>
        <p:grpSp>
          <p:nvGrpSpPr>
            <p:cNvPr id="921" name="Google Shape;921;p21"/>
            <p:cNvGrpSpPr/>
            <p:nvPr/>
          </p:nvGrpSpPr>
          <p:grpSpPr>
            <a:xfrm>
              <a:off x="-313410" y="0"/>
              <a:ext cx="9653988" cy="5143797"/>
              <a:chOff x="-313410" y="0"/>
              <a:chExt cx="9653988" cy="5143797"/>
            </a:xfrm>
          </p:grpSpPr>
          <p:grpSp>
            <p:nvGrpSpPr>
              <p:cNvPr id="922" name="Google Shape;922;p21"/>
              <p:cNvGrpSpPr/>
              <p:nvPr/>
            </p:nvGrpSpPr>
            <p:grpSpPr>
              <a:xfrm>
                <a:off x="25" y="0"/>
                <a:ext cx="9150776" cy="1135213"/>
                <a:chOff x="24" y="0"/>
                <a:chExt cx="9150776" cy="2380400"/>
              </a:xfrm>
            </p:grpSpPr>
            <p:sp>
              <p:nvSpPr>
                <p:cNvPr id="923" name="Google Shape;923;p21"/>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4" name="Google Shape;924;p21"/>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5" name="Google Shape;925;p21"/>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6" name="Google Shape;926;p21"/>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927" name="Google Shape;927;p21"/>
              <p:cNvGrpSpPr/>
              <p:nvPr/>
            </p:nvGrpSpPr>
            <p:grpSpPr>
              <a:xfrm flipH="1">
                <a:off x="43" y="4603847"/>
                <a:ext cx="9144293" cy="539950"/>
                <a:chOff x="43" y="4603847"/>
                <a:chExt cx="9144293" cy="539950"/>
              </a:xfrm>
            </p:grpSpPr>
            <p:sp>
              <p:nvSpPr>
                <p:cNvPr id="928" name="Google Shape;928;p21"/>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9" name="Google Shape;929;p21"/>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0" name="Google Shape;930;p21"/>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1" name="Google Shape;931;p21"/>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2" name="Google Shape;932;p21"/>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3" name="Google Shape;933;p21"/>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34" name="Google Shape;934;p21"/>
                <p:cNvGrpSpPr/>
                <p:nvPr/>
              </p:nvGrpSpPr>
              <p:grpSpPr>
                <a:xfrm>
                  <a:off x="206231" y="4759958"/>
                  <a:ext cx="339829" cy="252642"/>
                  <a:chOff x="206231" y="4759958"/>
                  <a:chExt cx="339829" cy="252642"/>
                </a:xfrm>
              </p:grpSpPr>
              <p:sp>
                <p:nvSpPr>
                  <p:cNvPr id="935" name="Google Shape;935;p21"/>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6" name="Google Shape;936;p21"/>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37" name="Google Shape;937;p21"/>
                <p:cNvGrpSpPr/>
                <p:nvPr/>
              </p:nvGrpSpPr>
              <p:grpSpPr>
                <a:xfrm>
                  <a:off x="609226" y="4765719"/>
                  <a:ext cx="323828" cy="223114"/>
                  <a:chOff x="609226" y="4765719"/>
                  <a:chExt cx="323828" cy="223114"/>
                </a:xfrm>
              </p:grpSpPr>
              <p:sp>
                <p:nvSpPr>
                  <p:cNvPr id="938" name="Google Shape;938;p21"/>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9" name="Google Shape;939;p21"/>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40" name="Google Shape;940;p21"/>
                <p:cNvGrpSpPr/>
                <p:nvPr/>
              </p:nvGrpSpPr>
              <p:grpSpPr>
                <a:xfrm>
                  <a:off x="1292902" y="4770096"/>
                  <a:ext cx="343944" cy="212303"/>
                  <a:chOff x="1292902" y="4770096"/>
                  <a:chExt cx="343944" cy="212303"/>
                </a:xfrm>
              </p:grpSpPr>
              <p:sp>
                <p:nvSpPr>
                  <p:cNvPr id="941" name="Google Shape;941;p21"/>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2" name="Google Shape;942;p21"/>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3" name="Google Shape;943;p21"/>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44" name="Google Shape;944;p21"/>
                <p:cNvGrpSpPr/>
                <p:nvPr/>
              </p:nvGrpSpPr>
              <p:grpSpPr>
                <a:xfrm>
                  <a:off x="8291396" y="4794866"/>
                  <a:ext cx="363460" cy="179560"/>
                  <a:chOff x="8291396" y="4794866"/>
                  <a:chExt cx="363460" cy="179560"/>
                </a:xfrm>
              </p:grpSpPr>
              <p:sp>
                <p:nvSpPr>
                  <p:cNvPr id="945" name="Google Shape;945;p21"/>
                  <p:cNvSpPr/>
                  <p:nvPr/>
                </p:nvSpPr>
                <p:spPr>
                  <a:xfrm>
                    <a:off x="82913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6" name="Google Shape;946;p21"/>
                  <p:cNvSpPr/>
                  <p:nvPr/>
                </p:nvSpPr>
                <p:spPr>
                  <a:xfrm>
                    <a:off x="84290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7" name="Google Shape;947;p21"/>
                  <p:cNvSpPr/>
                  <p:nvPr/>
                </p:nvSpPr>
                <p:spPr>
                  <a:xfrm>
                    <a:off x="84639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48" name="Google Shape;948;p21"/>
                <p:cNvGrpSpPr/>
                <p:nvPr/>
              </p:nvGrpSpPr>
              <p:grpSpPr>
                <a:xfrm>
                  <a:off x="8694053" y="4744852"/>
                  <a:ext cx="328964" cy="214701"/>
                  <a:chOff x="8694053" y="4744852"/>
                  <a:chExt cx="328964" cy="214701"/>
                </a:xfrm>
              </p:grpSpPr>
              <p:sp>
                <p:nvSpPr>
                  <p:cNvPr id="949" name="Google Shape;949;p21"/>
                  <p:cNvSpPr/>
                  <p:nvPr/>
                </p:nvSpPr>
                <p:spPr>
                  <a:xfrm>
                    <a:off x="86940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0" name="Google Shape;950;p21"/>
                  <p:cNvSpPr/>
                  <p:nvPr/>
                </p:nvSpPr>
                <p:spPr>
                  <a:xfrm>
                    <a:off x="87581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1" name="Google Shape;951;p21"/>
                  <p:cNvSpPr/>
                  <p:nvPr/>
                </p:nvSpPr>
                <p:spPr>
                  <a:xfrm>
                    <a:off x="87939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952" name="Google Shape;952;p21"/>
              <p:cNvSpPr/>
              <p:nvPr/>
            </p:nvSpPr>
            <p:spPr>
              <a:xfrm flipH="1">
                <a:off x="-313410" y="3352753"/>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3" name="Google Shape;953;p21"/>
              <p:cNvSpPr/>
              <p:nvPr/>
            </p:nvSpPr>
            <p:spPr>
              <a:xfrm>
                <a:off x="8430765" y="3496391"/>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54" name="Google Shape;954;p21"/>
            <p:cNvGrpSpPr/>
            <p:nvPr/>
          </p:nvGrpSpPr>
          <p:grpSpPr>
            <a:xfrm>
              <a:off x="-373" y="4426965"/>
              <a:ext cx="9143821" cy="179550"/>
              <a:chOff x="-373" y="4426965"/>
              <a:chExt cx="9143821" cy="179550"/>
            </a:xfrm>
          </p:grpSpPr>
          <p:grpSp>
            <p:nvGrpSpPr>
              <p:cNvPr id="955" name="Google Shape;955;p21"/>
              <p:cNvGrpSpPr/>
              <p:nvPr/>
            </p:nvGrpSpPr>
            <p:grpSpPr>
              <a:xfrm>
                <a:off x="7084734" y="4426965"/>
                <a:ext cx="2058714" cy="179549"/>
                <a:chOff x="7814590" y="4271587"/>
                <a:chExt cx="1326491" cy="334731"/>
              </a:xfrm>
            </p:grpSpPr>
            <p:sp>
              <p:nvSpPr>
                <p:cNvPr id="956" name="Google Shape;956;p21"/>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7" name="Google Shape;957;p21"/>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8" name="Google Shape;958;p21"/>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59" name="Google Shape;959;p21"/>
              <p:cNvGrpSpPr/>
              <p:nvPr/>
            </p:nvGrpSpPr>
            <p:grpSpPr>
              <a:xfrm flipH="1">
                <a:off x="-373" y="4426965"/>
                <a:ext cx="2058714" cy="179549"/>
                <a:chOff x="7814590" y="4271587"/>
                <a:chExt cx="1326491" cy="334731"/>
              </a:xfrm>
            </p:grpSpPr>
            <p:sp>
              <p:nvSpPr>
                <p:cNvPr id="960" name="Google Shape;960;p21"/>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1" name="Google Shape;961;p21"/>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2" name="Google Shape;962;p21"/>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963" name="Google Shape;96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64" name="Google Shape;964;p21"/>
          <p:cNvSpPr txBox="1"/>
          <p:nvPr>
            <p:ph idx="1" type="subTitle"/>
          </p:nvPr>
        </p:nvSpPr>
        <p:spPr>
          <a:xfrm>
            <a:off x="712900" y="1652827"/>
            <a:ext cx="2469300" cy="85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65" name="Google Shape;965;p21"/>
          <p:cNvSpPr txBox="1"/>
          <p:nvPr>
            <p:ph idx="2" type="subTitle"/>
          </p:nvPr>
        </p:nvSpPr>
        <p:spPr>
          <a:xfrm>
            <a:off x="3281974" y="1652835"/>
            <a:ext cx="2579700" cy="85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66" name="Google Shape;966;p21"/>
          <p:cNvSpPr txBox="1"/>
          <p:nvPr>
            <p:ph idx="3" type="subTitle"/>
          </p:nvPr>
        </p:nvSpPr>
        <p:spPr>
          <a:xfrm>
            <a:off x="712900" y="3279124"/>
            <a:ext cx="2469300" cy="85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67" name="Google Shape;967;p21"/>
          <p:cNvSpPr txBox="1"/>
          <p:nvPr>
            <p:ph idx="4" type="subTitle"/>
          </p:nvPr>
        </p:nvSpPr>
        <p:spPr>
          <a:xfrm>
            <a:off x="3281985" y="3279125"/>
            <a:ext cx="2579700" cy="85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68" name="Google Shape;968;p21"/>
          <p:cNvSpPr txBox="1"/>
          <p:nvPr>
            <p:ph idx="5" type="subTitle"/>
          </p:nvPr>
        </p:nvSpPr>
        <p:spPr>
          <a:xfrm>
            <a:off x="5961452" y="1652832"/>
            <a:ext cx="2469300" cy="85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69" name="Google Shape;969;p21"/>
          <p:cNvSpPr txBox="1"/>
          <p:nvPr>
            <p:ph idx="6" type="subTitle"/>
          </p:nvPr>
        </p:nvSpPr>
        <p:spPr>
          <a:xfrm>
            <a:off x="5961475" y="3279124"/>
            <a:ext cx="2469300" cy="85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70" name="Google Shape;970;p21"/>
          <p:cNvSpPr txBox="1"/>
          <p:nvPr>
            <p:ph idx="7" type="subTitle"/>
          </p:nvPr>
        </p:nvSpPr>
        <p:spPr>
          <a:xfrm>
            <a:off x="712900" y="1296900"/>
            <a:ext cx="2469300" cy="506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71" name="Google Shape;971;p21"/>
          <p:cNvSpPr txBox="1"/>
          <p:nvPr>
            <p:ph idx="8" type="subTitle"/>
          </p:nvPr>
        </p:nvSpPr>
        <p:spPr>
          <a:xfrm>
            <a:off x="3281974" y="1296900"/>
            <a:ext cx="2577300" cy="506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72" name="Google Shape;972;p21"/>
          <p:cNvSpPr txBox="1"/>
          <p:nvPr>
            <p:ph idx="9" type="subTitle"/>
          </p:nvPr>
        </p:nvSpPr>
        <p:spPr>
          <a:xfrm>
            <a:off x="5961452" y="1296900"/>
            <a:ext cx="2466900" cy="506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73" name="Google Shape;973;p21"/>
          <p:cNvSpPr txBox="1"/>
          <p:nvPr>
            <p:ph idx="13" type="subTitle"/>
          </p:nvPr>
        </p:nvSpPr>
        <p:spPr>
          <a:xfrm>
            <a:off x="712900" y="2925638"/>
            <a:ext cx="2469300" cy="506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74" name="Google Shape;974;p21"/>
          <p:cNvSpPr txBox="1"/>
          <p:nvPr>
            <p:ph idx="14" type="subTitle"/>
          </p:nvPr>
        </p:nvSpPr>
        <p:spPr>
          <a:xfrm>
            <a:off x="3281974" y="2925635"/>
            <a:ext cx="2577300" cy="506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75" name="Google Shape;975;p21"/>
          <p:cNvSpPr txBox="1"/>
          <p:nvPr>
            <p:ph idx="15" type="subTitle"/>
          </p:nvPr>
        </p:nvSpPr>
        <p:spPr>
          <a:xfrm>
            <a:off x="5961452" y="2925630"/>
            <a:ext cx="2469300" cy="506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Anton"/>
                <a:ea typeface="Anton"/>
                <a:cs typeface="Anton"/>
                <a:sym typeface="Anton"/>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976" name="Shape 976"/>
        <p:cNvGrpSpPr/>
        <p:nvPr/>
      </p:nvGrpSpPr>
      <p:grpSpPr>
        <a:xfrm>
          <a:off x="0" y="0"/>
          <a:ext cx="0" cy="0"/>
          <a:chOff x="0" y="0"/>
          <a:chExt cx="0" cy="0"/>
        </a:xfrm>
      </p:grpSpPr>
      <p:grpSp>
        <p:nvGrpSpPr>
          <p:cNvPr id="977" name="Google Shape;977;p22"/>
          <p:cNvGrpSpPr/>
          <p:nvPr/>
        </p:nvGrpSpPr>
        <p:grpSpPr>
          <a:xfrm>
            <a:off x="-1981201" y="0"/>
            <a:ext cx="11579482" cy="5143797"/>
            <a:chOff x="-1981201" y="0"/>
            <a:chExt cx="11579482" cy="5143797"/>
          </a:xfrm>
        </p:grpSpPr>
        <p:grpSp>
          <p:nvGrpSpPr>
            <p:cNvPr id="978" name="Google Shape;978;p22"/>
            <p:cNvGrpSpPr/>
            <p:nvPr/>
          </p:nvGrpSpPr>
          <p:grpSpPr>
            <a:xfrm>
              <a:off x="-1981201" y="0"/>
              <a:ext cx="11579482" cy="5143757"/>
              <a:chOff x="-1981201" y="0"/>
              <a:chExt cx="11579482" cy="5143757"/>
            </a:xfrm>
          </p:grpSpPr>
          <p:grpSp>
            <p:nvGrpSpPr>
              <p:cNvPr id="979" name="Google Shape;979;p22"/>
              <p:cNvGrpSpPr/>
              <p:nvPr/>
            </p:nvGrpSpPr>
            <p:grpSpPr>
              <a:xfrm>
                <a:off x="8271790" y="4271587"/>
                <a:ext cx="1326491" cy="334731"/>
                <a:chOff x="7814590" y="4271587"/>
                <a:chExt cx="1326491" cy="334731"/>
              </a:xfrm>
            </p:grpSpPr>
            <p:sp>
              <p:nvSpPr>
                <p:cNvPr id="980" name="Google Shape;980;p22"/>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1" name="Google Shape;981;p22"/>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2" name="Google Shape;982;p22"/>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83" name="Google Shape;983;p22"/>
              <p:cNvGrpSpPr/>
              <p:nvPr/>
            </p:nvGrpSpPr>
            <p:grpSpPr>
              <a:xfrm>
                <a:off x="-1981201" y="3634654"/>
                <a:ext cx="5757520" cy="971959"/>
                <a:chOff x="-1" y="3634654"/>
                <a:chExt cx="5757520" cy="971959"/>
              </a:xfrm>
            </p:grpSpPr>
            <p:sp>
              <p:nvSpPr>
                <p:cNvPr id="984" name="Google Shape;984;p22"/>
                <p:cNvSpPr/>
                <p:nvPr/>
              </p:nvSpPr>
              <p:spPr>
                <a:xfrm>
                  <a:off x="1151432" y="3634654"/>
                  <a:ext cx="1254258" cy="629767"/>
                </a:xfrm>
                <a:custGeom>
                  <a:rect b="b" l="l" r="r" t="t"/>
                  <a:pathLst>
                    <a:path extrusionOk="0" h="172539" w="284735">
                      <a:moveTo>
                        <a:pt x="7229" y="111178"/>
                      </a:moveTo>
                      <a:cubicBezTo>
                        <a:pt x="18073" y="92128"/>
                        <a:pt x="40929" y="80667"/>
                        <a:pt x="62683" y="83380"/>
                      </a:cubicBezTo>
                      <a:cubicBezTo>
                        <a:pt x="62207" y="72406"/>
                        <a:pt x="76922" y="64265"/>
                        <a:pt x="85961" y="70504"/>
                      </a:cubicBezTo>
                      <a:cubicBezTo>
                        <a:pt x="80706" y="53442"/>
                        <a:pt x="91259" y="33148"/>
                        <a:pt x="108244" y="27645"/>
                      </a:cubicBezTo>
                      <a:cubicBezTo>
                        <a:pt x="125230" y="22153"/>
                        <a:pt x="145675" y="32413"/>
                        <a:pt x="151405" y="49323"/>
                      </a:cubicBezTo>
                      <a:cubicBezTo>
                        <a:pt x="157244" y="39322"/>
                        <a:pt x="173473" y="37863"/>
                        <a:pt x="180998" y="46653"/>
                      </a:cubicBezTo>
                      <a:cubicBezTo>
                        <a:pt x="184036" y="17266"/>
                        <a:pt x="216061" y="-5548"/>
                        <a:pt x="244831" y="1188"/>
                      </a:cubicBezTo>
                      <a:cubicBezTo>
                        <a:pt x="273602" y="7924"/>
                        <a:pt x="292177" y="42576"/>
                        <a:pt x="281851" y="70255"/>
                      </a:cubicBezTo>
                      <a:cubicBezTo>
                        <a:pt x="280522" y="73834"/>
                        <a:pt x="252551" y="79380"/>
                        <a:pt x="248053" y="80862"/>
                      </a:cubicBezTo>
                      <a:cubicBezTo>
                        <a:pt x="236030" y="84808"/>
                        <a:pt x="224062" y="88916"/>
                        <a:pt x="212158" y="93187"/>
                      </a:cubicBezTo>
                      <a:cubicBezTo>
                        <a:pt x="188339" y="101728"/>
                        <a:pt x="164758" y="110929"/>
                        <a:pt x="141448" y="120768"/>
                      </a:cubicBezTo>
                      <a:cubicBezTo>
                        <a:pt x="118137" y="130607"/>
                        <a:pt x="95097" y="141084"/>
                        <a:pt x="72360" y="152199"/>
                      </a:cubicBezTo>
                      <a:cubicBezTo>
                        <a:pt x="57180" y="159615"/>
                        <a:pt x="33696" y="178590"/>
                        <a:pt x="15835" y="170622"/>
                      </a:cubicBezTo>
                      <a:cubicBezTo>
                        <a:pt x="-5346" y="161172"/>
                        <a:pt x="-2102" y="127569"/>
                        <a:pt x="7229" y="11118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5" name="Google Shape;985;p22"/>
                <p:cNvSpPr/>
                <p:nvPr/>
              </p:nvSpPr>
              <p:spPr>
                <a:xfrm>
                  <a:off x="-1" y="3924389"/>
                  <a:ext cx="5151374" cy="682083"/>
                </a:xfrm>
                <a:custGeom>
                  <a:rect b="b" l="l" r="r" t="t"/>
                  <a:pathLst>
                    <a:path extrusionOk="0" h="186872" w="1169438">
                      <a:moveTo>
                        <a:pt x="1073559" y="155615"/>
                      </a:moveTo>
                      <a:cubicBezTo>
                        <a:pt x="1047815" y="155962"/>
                        <a:pt x="1022180" y="158643"/>
                        <a:pt x="996664" y="161875"/>
                      </a:cubicBezTo>
                      <a:cubicBezTo>
                        <a:pt x="973332" y="164827"/>
                        <a:pt x="949654" y="165141"/>
                        <a:pt x="926117" y="162730"/>
                      </a:cubicBezTo>
                      <a:cubicBezTo>
                        <a:pt x="787962" y="148609"/>
                        <a:pt x="683724" y="17482"/>
                        <a:pt x="545753" y="1654"/>
                      </a:cubicBezTo>
                      <a:cubicBezTo>
                        <a:pt x="493899" y="-4293"/>
                        <a:pt x="450100" y="5708"/>
                        <a:pt x="405274" y="33127"/>
                      </a:cubicBezTo>
                      <a:cubicBezTo>
                        <a:pt x="369065" y="55281"/>
                        <a:pt x="336683" y="83295"/>
                        <a:pt x="300301" y="105178"/>
                      </a:cubicBezTo>
                      <a:cubicBezTo>
                        <a:pt x="243322" y="139473"/>
                        <a:pt x="176948" y="157984"/>
                        <a:pt x="110444" y="158146"/>
                      </a:cubicBezTo>
                      <a:cubicBezTo>
                        <a:pt x="73067" y="158232"/>
                        <a:pt x="35701" y="152523"/>
                        <a:pt x="0" y="141474"/>
                      </a:cubicBezTo>
                      <a:lnTo>
                        <a:pt x="0" y="186873"/>
                      </a:lnTo>
                      <a:lnTo>
                        <a:pt x="1169439" y="186873"/>
                      </a:lnTo>
                      <a:cubicBezTo>
                        <a:pt x="1154832" y="175909"/>
                        <a:pt x="1139663" y="166157"/>
                        <a:pt x="1122245" y="160892"/>
                      </a:cubicBezTo>
                      <a:cubicBezTo>
                        <a:pt x="1106557" y="156145"/>
                        <a:pt x="1089950" y="155388"/>
                        <a:pt x="1073559" y="15560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6" name="Google Shape;986;p22"/>
                <p:cNvSpPr/>
                <p:nvPr/>
              </p:nvSpPr>
              <p:spPr>
                <a:xfrm>
                  <a:off x="-1" y="3924389"/>
                  <a:ext cx="5151374" cy="682083"/>
                </a:xfrm>
                <a:custGeom>
                  <a:rect b="b" l="l" r="r" t="t"/>
                  <a:pathLst>
                    <a:path extrusionOk="0" h="186872" w="1169438">
                      <a:moveTo>
                        <a:pt x="1073559" y="155615"/>
                      </a:moveTo>
                      <a:cubicBezTo>
                        <a:pt x="1047815" y="155962"/>
                        <a:pt x="1022180" y="158643"/>
                        <a:pt x="996664" y="161875"/>
                      </a:cubicBezTo>
                      <a:cubicBezTo>
                        <a:pt x="973332" y="164827"/>
                        <a:pt x="949654" y="165141"/>
                        <a:pt x="926117" y="162730"/>
                      </a:cubicBezTo>
                      <a:cubicBezTo>
                        <a:pt x="787962" y="148609"/>
                        <a:pt x="683724" y="17482"/>
                        <a:pt x="545753" y="1654"/>
                      </a:cubicBezTo>
                      <a:cubicBezTo>
                        <a:pt x="493899" y="-4293"/>
                        <a:pt x="450100" y="5708"/>
                        <a:pt x="405274" y="33127"/>
                      </a:cubicBezTo>
                      <a:cubicBezTo>
                        <a:pt x="369065" y="55281"/>
                        <a:pt x="336683" y="83295"/>
                        <a:pt x="300301" y="105178"/>
                      </a:cubicBezTo>
                      <a:cubicBezTo>
                        <a:pt x="243322" y="139473"/>
                        <a:pt x="176948" y="157984"/>
                        <a:pt x="110444" y="158146"/>
                      </a:cubicBezTo>
                      <a:cubicBezTo>
                        <a:pt x="73067" y="158232"/>
                        <a:pt x="35701" y="152523"/>
                        <a:pt x="0" y="141474"/>
                      </a:cubicBezTo>
                      <a:lnTo>
                        <a:pt x="0" y="186873"/>
                      </a:lnTo>
                      <a:lnTo>
                        <a:pt x="1169439" y="186873"/>
                      </a:lnTo>
                      <a:cubicBezTo>
                        <a:pt x="1154832" y="175909"/>
                        <a:pt x="1139663" y="166157"/>
                        <a:pt x="1122245" y="160892"/>
                      </a:cubicBezTo>
                      <a:cubicBezTo>
                        <a:pt x="1106557" y="156145"/>
                        <a:pt x="1089950" y="155388"/>
                        <a:pt x="1073559" y="155605"/>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7" name="Google Shape;987;p22"/>
                <p:cNvSpPr/>
                <p:nvPr/>
              </p:nvSpPr>
              <p:spPr>
                <a:xfrm>
                  <a:off x="48" y="3744257"/>
                  <a:ext cx="5757472" cy="862356"/>
                </a:xfrm>
                <a:custGeom>
                  <a:rect b="b" l="l" r="r" t="t"/>
                  <a:pathLst>
                    <a:path extrusionOk="0" h="236262" w="1307031">
                      <a:moveTo>
                        <a:pt x="1109130" y="157584"/>
                      </a:moveTo>
                      <a:cubicBezTo>
                        <a:pt x="1073159" y="160493"/>
                        <a:pt x="1038117" y="171456"/>
                        <a:pt x="1002081" y="173240"/>
                      </a:cubicBezTo>
                      <a:cubicBezTo>
                        <a:pt x="832907" y="181619"/>
                        <a:pt x="702126" y="-7449"/>
                        <a:pt x="532919" y="228"/>
                      </a:cubicBezTo>
                      <a:cubicBezTo>
                        <a:pt x="403771" y="6088"/>
                        <a:pt x="305912" y="124975"/>
                        <a:pt x="179294" y="151086"/>
                      </a:cubicBezTo>
                      <a:cubicBezTo>
                        <a:pt x="118596" y="163606"/>
                        <a:pt x="53865" y="151951"/>
                        <a:pt x="0" y="121505"/>
                      </a:cubicBezTo>
                      <a:lnTo>
                        <a:pt x="0" y="190853"/>
                      </a:lnTo>
                      <a:cubicBezTo>
                        <a:pt x="35701" y="201913"/>
                        <a:pt x="73067" y="207622"/>
                        <a:pt x="110444" y="207525"/>
                      </a:cubicBezTo>
                      <a:cubicBezTo>
                        <a:pt x="176948" y="207362"/>
                        <a:pt x="243311" y="188852"/>
                        <a:pt x="300301" y="154557"/>
                      </a:cubicBezTo>
                      <a:cubicBezTo>
                        <a:pt x="336672" y="132663"/>
                        <a:pt x="369054" y="104660"/>
                        <a:pt x="405274" y="82506"/>
                      </a:cubicBezTo>
                      <a:cubicBezTo>
                        <a:pt x="450089" y="55087"/>
                        <a:pt x="493889" y="45086"/>
                        <a:pt x="545753" y="51033"/>
                      </a:cubicBezTo>
                      <a:cubicBezTo>
                        <a:pt x="683713" y="66861"/>
                        <a:pt x="787962" y="197988"/>
                        <a:pt x="926117" y="212109"/>
                      </a:cubicBezTo>
                      <a:cubicBezTo>
                        <a:pt x="949654" y="214520"/>
                        <a:pt x="973332" y="214206"/>
                        <a:pt x="996664" y="211254"/>
                      </a:cubicBezTo>
                      <a:cubicBezTo>
                        <a:pt x="1022180" y="208032"/>
                        <a:pt x="1047815" y="205341"/>
                        <a:pt x="1073559" y="204994"/>
                      </a:cubicBezTo>
                      <a:cubicBezTo>
                        <a:pt x="1089950" y="204778"/>
                        <a:pt x="1106557" y="205535"/>
                        <a:pt x="1122245" y="210281"/>
                      </a:cubicBezTo>
                      <a:cubicBezTo>
                        <a:pt x="1139674" y="215547"/>
                        <a:pt x="1154843" y="225288"/>
                        <a:pt x="1169439" y="236263"/>
                      </a:cubicBezTo>
                      <a:lnTo>
                        <a:pt x="1307031" y="236263"/>
                      </a:lnTo>
                      <a:cubicBezTo>
                        <a:pt x="1257653" y="181878"/>
                        <a:pt x="1182435" y="151670"/>
                        <a:pt x="1109130" y="15759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88" name="Google Shape;988;p22"/>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89" name="Google Shape;989;p22"/>
              <p:cNvGrpSpPr/>
              <p:nvPr/>
            </p:nvGrpSpPr>
            <p:grpSpPr>
              <a:xfrm>
                <a:off x="24" y="0"/>
                <a:ext cx="9150776" cy="2380400"/>
                <a:chOff x="24" y="0"/>
                <a:chExt cx="9150776" cy="2380400"/>
              </a:xfrm>
            </p:grpSpPr>
            <p:sp>
              <p:nvSpPr>
                <p:cNvPr id="990" name="Google Shape;990;p22"/>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1" name="Google Shape;991;p22"/>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2" name="Google Shape;992;p22"/>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3" name="Google Shape;993;p22"/>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994" name="Google Shape;994;p22"/>
              <p:cNvSpPr/>
              <p:nvPr/>
            </p:nvSpPr>
            <p:spPr>
              <a:xfrm>
                <a:off x="-295850" y="1788007"/>
                <a:ext cx="897454" cy="202286"/>
              </a:xfrm>
              <a:custGeom>
                <a:rect b="b" l="l" r="r" t="t"/>
                <a:pathLst>
                  <a:path extrusionOk="0" h="46934" w="208226">
                    <a:moveTo>
                      <a:pt x="208216" y="46934"/>
                    </a:moveTo>
                    <a:lnTo>
                      <a:pt x="0" y="46934"/>
                    </a:lnTo>
                    <a:cubicBezTo>
                      <a:pt x="13710" y="32932"/>
                      <a:pt x="36447" y="28683"/>
                      <a:pt x="54384" y="36576"/>
                    </a:cubicBezTo>
                    <a:cubicBezTo>
                      <a:pt x="56244" y="29884"/>
                      <a:pt x="64515" y="25818"/>
                      <a:pt x="70959" y="28424"/>
                    </a:cubicBezTo>
                    <a:cubicBezTo>
                      <a:pt x="71564" y="13060"/>
                      <a:pt x="85976" y="-422"/>
                      <a:pt x="101351" y="10"/>
                    </a:cubicBezTo>
                    <a:cubicBezTo>
                      <a:pt x="116725" y="443"/>
                      <a:pt x="130359" y="14704"/>
                      <a:pt x="130111" y="30078"/>
                    </a:cubicBezTo>
                    <a:cubicBezTo>
                      <a:pt x="135203" y="23710"/>
                      <a:pt x="144274" y="20823"/>
                      <a:pt x="152113" y="23083"/>
                    </a:cubicBezTo>
                    <a:cubicBezTo>
                      <a:pt x="159952" y="25343"/>
                      <a:pt x="166093" y="32619"/>
                      <a:pt x="167001" y="40728"/>
                    </a:cubicBezTo>
                    <a:cubicBezTo>
                      <a:pt x="179013" y="35160"/>
                      <a:pt x="198777" y="37646"/>
                      <a:pt x="208227" y="4692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95" name="Google Shape;995;p22"/>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6" name="Google Shape;996;p22"/>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7" name="Google Shape;997;p22"/>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8" name="Google Shape;998;p22"/>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9" name="Google Shape;999;p22"/>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00" name="Google Shape;1000;p22"/>
            <p:cNvGrpSpPr/>
            <p:nvPr/>
          </p:nvGrpSpPr>
          <p:grpSpPr>
            <a:xfrm>
              <a:off x="206231" y="4759958"/>
              <a:ext cx="339829" cy="252642"/>
              <a:chOff x="206231" y="4759958"/>
              <a:chExt cx="339829" cy="252642"/>
            </a:xfrm>
          </p:grpSpPr>
          <p:sp>
            <p:nvSpPr>
              <p:cNvPr id="1001" name="Google Shape;1001;p22"/>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2" name="Google Shape;1002;p22"/>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03" name="Google Shape;1003;p22"/>
            <p:cNvGrpSpPr/>
            <p:nvPr/>
          </p:nvGrpSpPr>
          <p:grpSpPr>
            <a:xfrm>
              <a:off x="609226" y="4765719"/>
              <a:ext cx="323828" cy="223114"/>
              <a:chOff x="609226" y="4765719"/>
              <a:chExt cx="323828" cy="223114"/>
            </a:xfrm>
          </p:grpSpPr>
          <p:sp>
            <p:nvSpPr>
              <p:cNvPr id="1004" name="Google Shape;1004;p22"/>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5" name="Google Shape;1005;p22"/>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06" name="Google Shape;1006;p22"/>
            <p:cNvGrpSpPr/>
            <p:nvPr/>
          </p:nvGrpSpPr>
          <p:grpSpPr>
            <a:xfrm>
              <a:off x="1292902" y="4770096"/>
              <a:ext cx="343944" cy="212303"/>
              <a:chOff x="1292902" y="4770096"/>
              <a:chExt cx="343944" cy="212303"/>
            </a:xfrm>
          </p:grpSpPr>
          <p:sp>
            <p:nvSpPr>
              <p:cNvPr id="1007" name="Google Shape;1007;p22"/>
              <p:cNvSpPr/>
              <p:nvPr/>
            </p:nvSpPr>
            <p:spPr>
              <a:xfrm>
                <a:off x="1292902"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8" name="Google Shape;1008;p22"/>
              <p:cNvSpPr/>
              <p:nvPr/>
            </p:nvSpPr>
            <p:spPr>
              <a:xfrm>
                <a:off x="141874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9" name="Google Shape;1009;p22"/>
              <p:cNvSpPr/>
              <p:nvPr/>
            </p:nvSpPr>
            <p:spPr>
              <a:xfrm>
                <a:off x="1438383" y="4787570"/>
                <a:ext cx="198463" cy="194830"/>
              </a:xfrm>
              <a:custGeom>
                <a:rect b="b" l="l" r="r" t="t"/>
                <a:pathLst>
                  <a:path extrusionOk="0" h="53378" w="45054">
                    <a:moveTo>
                      <a:pt x="45054" y="0"/>
                    </a:moveTo>
                    <a:cubicBezTo>
                      <a:pt x="39583" y="346"/>
                      <a:pt x="33604"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10" name="Google Shape;1010;p22"/>
            <p:cNvGrpSpPr/>
            <p:nvPr/>
          </p:nvGrpSpPr>
          <p:grpSpPr>
            <a:xfrm>
              <a:off x="7907471" y="4759958"/>
              <a:ext cx="339829" cy="252642"/>
              <a:chOff x="7907471" y="4759958"/>
              <a:chExt cx="339829" cy="252642"/>
            </a:xfrm>
          </p:grpSpPr>
          <p:sp>
            <p:nvSpPr>
              <p:cNvPr id="1011" name="Google Shape;1011;p22"/>
              <p:cNvSpPr/>
              <p:nvPr/>
            </p:nvSpPr>
            <p:spPr>
              <a:xfrm>
                <a:off x="7980286" y="4766784"/>
                <a:ext cx="267013" cy="245817"/>
              </a:xfrm>
              <a:custGeom>
                <a:rect b="b" l="l" r="r" t="t"/>
                <a:pathLst>
                  <a:path extrusionOk="0" h="67347" w="60616">
                    <a:moveTo>
                      <a:pt x="60606" y="0"/>
                    </a:moveTo>
                    <a:cubicBezTo>
                      <a:pt x="53546" y="638"/>
                      <a:pt x="45923" y="3005"/>
                      <a:pt x="38604" y="6973"/>
                    </a:cubicBezTo>
                    <a:cubicBezTo>
                      <a:pt x="31284" y="10920"/>
                      <a:pt x="24289" y="16434"/>
                      <a:pt x="18407" y="22975"/>
                    </a:cubicBezTo>
                    <a:cubicBezTo>
                      <a:pt x="12525"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2" name="Google Shape;1012;p22"/>
              <p:cNvSpPr/>
              <p:nvPr/>
            </p:nvSpPr>
            <p:spPr>
              <a:xfrm>
                <a:off x="7907471" y="4759958"/>
                <a:ext cx="124824" cy="239977"/>
              </a:xfrm>
              <a:custGeom>
                <a:rect b="b" l="l" r="r" t="t"/>
                <a:pathLst>
                  <a:path extrusionOk="0" h="65747" w="28337">
                    <a:moveTo>
                      <a:pt x="0" y="11"/>
                    </a:moveTo>
                    <a:cubicBezTo>
                      <a:pt x="1633" y="10952"/>
                      <a:pt x="5482" y="22683"/>
                      <a:pt x="9990" y="34101"/>
                    </a:cubicBezTo>
                    <a:cubicBezTo>
                      <a:pt x="14553" y="45507"/>
                      <a:pt x="19808"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13" name="Google Shape;1013;p22"/>
            <p:cNvGrpSpPr/>
            <p:nvPr/>
          </p:nvGrpSpPr>
          <p:grpSpPr>
            <a:xfrm>
              <a:off x="8310466" y="4765719"/>
              <a:ext cx="323832" cy="223114"/>
              <a:chOff x="8310466" y="4765719"/>
              <a:chExt cx="323832" cy="223114"/>
            </a:xfrm>
          </p:grpSpPr>
          <p:sp>
            <p:nvSpPr>
              <p:cNvPr id="1014" name="Google Shape;1014;p22"/>
              <p:cNvSpPr/>
              <p:nvPr/>
            </p:nvSpPr>
            <p:spPr>
              <a:xfrm>
                <a:off x="8310466" y="4765719"/>
                <a:ext cx="146206" cy="203907"/>
              </a:xfrm>
              <a:custGeom>
                <a:rect b="b" l="l" r="r" t="t"/>
                <a:pathLst>
                  <a:path extrusionOk="0" h="55865" w="33191">
                    <a:moveTo>
                      <a:pt x="33191" y="11"/>
                    </a:moveTo>
                    <a:cubicBezTo>
                      <a:pt x="28413" y="1654"/>
                      <a:pt x="23526" y="4184"/>
                      <a:pt x="18866" y="7720"/>
                    </a:cubicBezTo>
                    <a:cubicBezTo>
                      <a:pt x="14217" y="11244"/>
                      <a:pt x="9784" y="15829"/>
                      <a:pt x="6356" y="21310"/>
                    </a:cubicBezTo>
                    <a:cubicBezTo>
                      <a:pt x="2929" y="26803"/>
                      <a:pt x="658" y="33160"/>
                      <a:pt x="128" y="39377"/>
                    </a:cubicBezTo>
                    <a:cubicBezTo>
                      <a:pt x="-434" y="45594"/>
                      <a:pt x="875" y="51584"/>
                      <a:pt x="3556" y="55865"/>
                    </a:cubicBezTo>
                    <a:lnTo>
                      <a:pt x="3556" y="55865"/>
                    </a:lnTo>
                    <a:cubicBezTo>
                      <a:pt x="7286" y="46470"/>
                      <a:pt x="12281" y="37658"/>
                      <a:pt x="17958" y="28543"/>
                    </a:cubicBezTo>
                    <a:cubicBezTo>
                      <a:pt x="20801" y="23981"/>
                      <a:pt x="23807" y="19310"/>
                      <a:pt x="26532"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5" name="Google Shape;1015;p22"/>
              <p:cNvSpPr/>
              <p:nvPr/>
            </p:nvSpPr>
            <p:spPr>
              <a:xfrm>
                <a:off x="8366831"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2" y="40876"/>
                      <a:pt x="97" y="47958"/>
                      <a:pt x="0" y="54380"/>
                    </a:cubicBezTo>
                    <a:lnTo>
                      <a:pt x="0" y="54380"/>
                    </a:lnTo>
                    <a:cubicBezTo>
                      <a:pt x="10466" y="46855"/>
                      <a:pt x="20856" y="37557"/>
                      <a:pt x="31268" y="28302"/>
                    </a:cubicBezTo>
                    <a:cubicBezTo>
                      <a:pt x="41636"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16" name="Google Shape;1016;p22"/>
            <p:cNvGrpSpPr/>
            <p:nvPr/>
          </p:nvGrpSpPr>
          <p:grpSpPr>
            <a:xfrm>
              <a:off x="8769488" y="4770096"/>
              <a:ext cx="343944" cy="212303"/>
              <a:chOff x="8769488" y="4770096"/>
              <a:chExt cx="343944" cy="212303"/>
            </a:xfrm>
          </p:grpSpPr>
          <p:sp>
            <p:nvSpPr>
              <p:cNvPr id="1017" name="Google Shape;1017;p22"/>
              <p:cNvSpPr/>
              <p:nvPr/>
            </p:nvSpPr>
            <p:spPr>
              <a:xfrm>
                <a:off x="8769488" y="4770096"/>
                <a:ext cx="119265" cy="188909"/>
              </a:xfrm>
              <a:custGeom>
                <a:rect b="b" l="l" r="r" t="t"/>
                <a:pathLst>
                  <a:path extrusionOk="0" h="51756" w="27075">
                    <a:moveTo>
                      <a:pt x="0" y="0"/>
                    </a:moveTo>
                    <a:cubicBezTo>
                      <a:pt x="1589" y="8909"/>
                      <a:pt x="5395" y="18478"/>
                      <a:pt x="10044" y="27560"/>
                    </a:cubicBezTo>
                    <a:cubicBezTo>
                      <a:pt x="14726" y="36631"/>
                      <a:pt x="20294" y="45280"/>
                      <a:pt x="26619" y="51757"/>
                    </a:cubicBezTo>
                    <a:lnTo>
                      <a:pt x="26619" y="51757"/>
                    </a:lnTo>
                    <a:cubicBezTo>
                      <a:pt x="28089" y="42837"/>
                      <a:pt x="25959" y="31711"/>
                      <a:pt x="20921" y="21970"/>
                    </a:cubicBezTo>
                    <a:cubicBezTo>
                      <a:pt x="15926" y="12207"/>
                      <a:pt x="8109" y="4001"/>
                      <a:pt x="0" y="11"/>
                    </a:cubicBez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8" name="Google Shape;1018;p22"/>
              <p:cNvSpPr/>
              <p:nvPr/>
            </p:nvSpPr>
            <p:spPr>
              <a:xfrm>
                <a:off x="8895286" y="4798061"/>
                <a:ext cx="48385" cy="165666"/>
              </a:xfrm>
              <a:custGeom>
                <a:rect b="b" l="l" r="r" t="t"/>
                <a:pathLst>
                  <a:path extrusionOk="0" h="45388" w="10984">
                    <a:moveTo>
                      <a:pt x="4546" y="0"/>
                    </a:moveTo>
                    <a:cubicBezTo>
                      <a:pt x="2827" y="6984"/>
                      <a:pt x="1919" y="14780"/>
                      <a:pt x="1141" y="22575"/>
                    </a:cubicBezTo>
                    <a:cubicBezTo>
                      <a:pt x="395" y="30371"/>
                      <a:pt x="-244" y="38198"/>
                      <a:pt x="92" y="45388"/>
                    </a:cubicBezTo>
                    <a:lnTo>
                      <a:pt x="92" y="45388"/>
                    </a:lnTo>
                    <a:cubicBezTo>
                      <a:pt x="5681" y="40901"/>
                      <a:pt x="9963" y="32479"/>
                      <a:pt x="10796" y="23526"/>
                    </a:cubicBezTo>
                    <a:cubicBezTo>
                      <a:pt x="11726"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9" name="Google Shape;1019;p22"/>
              <p:cNvSpPr/>
              <p:nvPr/>
            </p:nvSpPr>
            <p:spPr>
              <a:xfrm>
                <a:off x="8914969" y="4787570"/>
                <a:ext cx="198463" cy="194830"/>
              </a:xfrm>
              <a:custGeom>
                <a:rect b="b" l="l" r="r" t="t"/>
                <a:pathLst>
                  <a:path extrusionOk="0" h="53378" w="45054">
                    <a:moveTo>
                      <a:pt x="45054" y="0"/>
                    </a:moveTo>
                    <a:cubicBezTo>
                      <a:pt x="39583" y="346"/>
                      <a:pt x="33605" y="2119"/>
                      <a:pt x="27896" y="5244"/>
                    </a:cubicBezTo>
                    <a:cubicBezTo>
                      <a:pt x="22187" y="8347"/>
                      <a:pt x="16781" y="12779"/>
                      <a:pt x="12348" y="18056"/>
                    </a:cubicBezTo>
                    <a:cubicBezTo>
                      <a:pt x="7926" y="23332"/>
                      <a:pt x="4488" y="29430"/>
                      <a:pt x="2412" y="35582"/>
                    </a:cubicBezTo>
                    <a:cubicBezTo>
                      <a:pt x="325" y="41734"/>
                      <a:pt x="-399" y="47929"/>
                      <a:pt x="206" y="53379"/>
                    </a:cubicBezTo>
                    <a:lnTo>
                      <a:pt x="206" y="53379"/>
                    </a:lnTo>
                    <a:cubicBezTo>
                      <a:pt x="8261" y="45864"/>
                      <a:pt x="16024" y="36749"/>
                      <a:pt x="23733" y="27614"/>
                    </a:cubicBezTo>
                    <a:cubicBezTo>
                      <a:pt x="31399" y="18445"/>
                      <a:pt x="39043" y="9233"/>
                      <a:pt x="45043" y="0"/>
                    </a:cubicBezTo>
                    <a:lnTo>
                      <a:pt x="4504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20" name="Google Shape;1020;p22"/>
            <p:cNvGrpSpPr/>
            <p:nvPr/>
          </p:nvGrpSpPr>
          <p:grpSpPr>
            <a:xfrm>
              <a:off x="4344901" y="4806225"/>
              <a:ext cx="237616" cy="159509"/>
              <a:chOff x="4344901" y="4806225"/>
              <a:chExt cx="237616" cy="159509"/>
            </a:xfrm>
          </p:grpSpPr>
          <p:sp>
            <p:nvSpPr>
              <p:cNvPr id="1021" name="Google Shape;1021;p22"/>
              <p:cNvSpPr/>
              <p:nvPr/>
            </p:nvSpPr>
            <p:spPr>
              <a:xfrm>
                <a:off x="4344901" y="4806225"/>
                <a:ext cx="125419" cy="159509"/>
              </a:xfrm>
              <a:custGeom>
                <a:rect b="b" l="l" r="r" t="t"/>
                <a:pathLst>
                  <a:path extrusionOk="0" h="43701" w="28472">
                    <a:moveTo>
                      <a:pt x="28472" y="0"/>
                    </a:moveTo>
                    <a:cubicBezTo>
                      <a:pt x="20688" y="2292"/>
                      <a:pt x="12535" y="8768"/>
                      <a:pt x="7151" y="17191"/>
                    </a:cubicBezTo>
                    <a:cubicBezTo>
                      <a:pt x="1691" y="25570"/>
                      <a:pt x="-850" y="35658"/>
                      <a:pt x="253" y="43702"/>
                    </a:cubicBezTo>
                    <a:lnTo>
                      <a:pt x="253" y="43702"/>
                    </a:lnTo>
                    <a:cubicBezTo>
                      <a:pt x="6092" y="38037"/>
                      <a:pt x="11465" y="30727"/>
                      <a:pt x="16374" y="23159"/>
                    </a:cubicBezTo>
                    <a:cubicBezTo>
                      <a:pt x="21250" y="15569"/>
                      <a:pt x="25715" y="7665"/>
                      <a:pt x="28472" y="11"/>
                    </a:cubicBezTo>
                    <a:lnTo>
                      <a:pt x="28472" y="11"/>
                    </a:lnTo>
                    <a:cubicBezTo>
                      <a:pt x="28472" y="11"/>
                      <a:pt x="28472" y="11"/>
                      <a:pt x="28472" y="1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2" name="Google Shape;1022;p22"/>
              <p:cNvSpPr/>
              <p:nvPr/>
            </p:nvSpPr>
            <p:spPr>
              <a:xfrm>
                <a:off x="4372914" y="4811471"/>
                <a:ext cx="209603" cy="144277"/>
              </a:xfrm>
              <a:custGeom>
                <a:rect b="b" l="l" r="r" t="t"/>
                <a:pathLst>
                  <a:path extrusionOk="0" h="39528" w="47583">
                    <a:moveTo>
                      <a:pt x="47583" y="0"/>
                    </a:moveTo>
                    <a:cubicBezTo>
                      <a:pt x="37950" y="87"/>
                      <a:pt x="26576" y="4649"/>
                      <a:pt x="17526" y="12217"/>
                    </a:cubicBezTo>
                    <a:cubicBezTo>
                      <a:pt x="8423" y="19732"/>
                      <a:pt x="1849" y="30079"/>
                      <a:pt x="0" y="39528"/>
                    </a:cubicBezTo>
                    <a:lnTo>
                      <a:pt x="0" y="39528"/>
                    </a:lnTo>
                    <a:cubicBezTo>
                      <a:pt x="8736" y="35420"/>
                      <a:pt x="17559" y="29116"/>
                      <a:pt x="25851" y="22251"/>
                    </a:cubicBezTo>
                    <a:cubicBezTo>
                      <a:pt x="34122" y="15353"/>
                      <a:pt x="41929" y="7828"/>
                      <a:pt x="47572" y="0"/>
                    </a:cubicBezTo>
                    <a:lnTo>
                      <a:pt x="47572"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23" name="Google Shape;1023;p22"/>
            <p:cNvGrpSpPr/>
            <p:nvPr/>
          </p:nvGrpSpPr>
          <p:grpSpPr>
            <a:xfrm>
              <a:off x="4627559" y="4826661"/>
              <a:ext cx="393158" cy="170393"/>
              <a:chOff x="4627559" y="4826661"/>
              <a:chExt cx="393158" cy="170393"/>
            </a:xfrm>
          </p:grpSpPr>
          <p:sp>
            <p:nvSpPr>
              <p:cNvPr id="1024" name="Google Shape;1024;p22"/>
              <p:cNvSpPr/>
              <p:nvPr/>
            </p:nvSpPr>
            <p:spPr>
              <a:xfrm>
                <a:off x="4627559" y="4829178"/>
                <a:ext cx="132494" cy="160418"/>
              </a:xfrm>
              <a:custGeom>
                <a:rect b="b" l="l" r="r" t="t"/>
                <a:pathLst>
                  <a:path extrusionOk="0" h="43950" w="30078">
                    <a:moveTo>
                      <a:pt x="0" y="0"/>
                    </a:moveTo>
                    <a:cubicBezTo>
                      <a:pt x="3438" y="7590"/>
                      <a:pt x="8347" y="15331"/>
                      <a:pt x="13439" y="22921"/>
                    </a:cubicBezTo>
                    <a:cubicBezTo>
                      <a:pt x="18564" y="30479"/>
                      <a:pt x="23916" y="37918"/>
                      <a:pt x="29679" y="43950"/>
                    </a:cubicBezTo>
                    <a:lnTo>
                      <a:pt x="29679" y="43950"/>
                    </a:lnTo>
                    <a:cubicBezTo>
                      <a:pt x="30381" y="39853"/>
                      <a:pt x="30165" y="35171"/>
                      <a:pt x="28976" y="30435"/>
                    </a:cubicBezTo>
                    <a:cubicBezTo>
                      <a:pt x="27797" y="25700"/>
                      <a:pt x="25667" y="20911"/>
                      <a:pt x="22770" y="16629"/>
                    </a:cubicBezTo>
                    <a:cubicBezTo>
                      <a:pt x="19872" y="12347"/>
                      <a:pt x="16240" y="8574"/>
                      <a:pt x="12282" y="5720"/>
                    </a:cubicBezTo>
                    <a:cubicBezTo>
                      <a:pt x="8325" y="2854"/>
                      <a:pt x="4065" y="897"/>
                      <a:pt x="0" y="11"/>
                    </a:cubicBezTo>
                    <a:lnTo>
                      <a:pt x="0" y="11"/>
                    </a:lnTo>
                    <a:lnTo>
                      <a:pt x="0"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5" name="Google Shape;1025;p22"/>
              <p:cNvSpPr/>
              <p:nvPr/>
            </p:nvSpPr>
            <p:spPr>
              <a:xfrm>
                <a:off x="4744022" y="4826661"/>
                <a:ext cx="234544" cy="170393"/>
              </a:xfrm>
              <a:custGeom>
                <a:rect b="b" l="l" r="r" t="t"/>
                <a:pathLst>
                  <a:path extrusionOk="0" h="46683" w="53245">
                    <a:moveTo>
                      <a:pt x="53245" y="766"/>
                    </a:moveTo>
                    <a:cubicBezTo>
                      <a:pt x="47764" y="-467"/>
                      <a:pt x="41266" y="-240"/>
                      <a:pt x="34757" y="1652"/>
                    </a:cubicBezTo>
                    <a:cubicBezTo>
                      <a:pt x="28248" y="3512"/>
                      <a:pt x="21772" y="7026"/>
                      <a:pt x="16312" y="11740"/>
                    </a:cubicBezTo>
                    <a:cubicBezTo>
                      <a:pt x="10852" y="16454"/>
                      <a:pt x="6441" y="22357"/>
                      <a:pt x="3651" y="28520"/>
                    </a:cubicBezTo>
                    <a:cubicBezTo>
                      <a:pt x="840" y="34683"/>
                      <a:pt x="-339" y="41084"/>
                      <a:pt x="83" y="46684"/>
                    </a:cubicBezTo>
                    <a:lnTo>
                      <a:pt x="83" y="46684"/>
                    </a:lnTo>
                    <a:cubicBezTo>
                      <a:pt x="83" y="46684"/>
                      <a:pt x="83" y="46684"/>
                      <a:pt x="83" y="46684"/>
                    </a:cubicBezTo>
                    <a:cubicBezTo>
                      <a:pt x="8614" y="39289"/>
                      <a:pt x="17220" y="31050"/>
                      <a:pt x="26270" y="23265"/>
                    </a:cubicBezTo>
                    <a:cubicBezTo>
                      <a:pt x="35287" y="15448"/>
                      <a:pt x="44693" y="8128"/>
                      <a:pt x="53245" y="777"/>
                    </a:cubicBezTo>
                    <a:lnTo>
                      <a:pt x="53245" y="777"/>
                    </a:lnTo>
                    <a:lnTo>
                      <a:pt x="53245" y="777"/>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6" name="Google Shape;1026;p22"/>
              <p:cNvSpPr/>
              <p:nvPr/>
            </p:nvSpPr>
            <p:spPr>
              <a:xfrm>
                <a:off x="4737818" y="4867081"/>
                <a:ext cx="282898" cy="118468"/>
              </a:xfrm>
              <a:custGeom>
                <a:rect b="b" l="l" r="r" t="t"/>
                <a:pathLst>
                  <a:path extrusionOk="0" h="32457" w="64222">
                    <a:moveTo>
                      <a:pt x="64223" y="1449"/>
                    </a:moveTo>
                    <a:cubicBezTo>
                      <a:pt x="58849" y="-10"/>
                      <a:pt x="52632" y="-389"/>
                      <a:pt x="46178" y="411"/>
                    </a:cubicBezTo>
                    <a:cubicBezTo>
                      <a:pt x="39734" y="1201"/>
                      <a:pt x="33085" y="3179"/>
                      <a:pt x="26900" y="6163"/>
                    </a:cubicBezTo>
                    <a:cubicBezTo>
                      <a:pt x="20726" y="9148"/>
                      <a:pt x="15040" y="13126"/>
                      <a:pt x="10412" y="17689"/>
                    </a:cubicBezTo>
                    <a:cubicBezTo>
                      <a:pt x="5774" y="22241"/>
                      <a:pt x="2195" y="27355"/>
                      <a:pt x="0" y="32458"/>
                    </a:cubicBezTo>
                    <a:lnTo>
                      <a:pt x="0" y="32458"/>
                    </a:lnTo>
                    <a:cubicBezTo>
                      <a:pt x="10855" y="29874"/>
                      <a:pt x="22316" y="25084"/>
                      <a:pt x="33452" y="19743"/>
                    </a:cubicBezTo>
                    <a:cubicBezTo>
                      <a:pt x="44567" y="14348"/>
                      <a:pt x="55444" y="8358"/>
                      <a:pt x="64212" y="1460"/>
                    </a:cubicBezTo>
                    <a:lnTo>
                      <a:pt x="64212" y="146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27" name="Google Shape;1027;p22"/>
            <p:cNvSpPr/>
            <p:nvPr/>
          </p:nvSpPr>
          <p:spPr>
            <a:xfrm>
              <a:off x="2090505" y="4850202"/>
              <a:ext cx="295236" cy="133623"/>
            </a:xfrm>
            <a:custGeom>
              <a:rect b="b" l="l" r="r" t="t"/>
              <a:pathLst>
                <a:path extrusionOk="0" h="36609" w="67023">
                  <a:moveTo>
                    <a:pt x="67023" y="0"/>
                  </a:moveTo>
                  <a:cubicBezTo>
                    <a:pt x="43410" y="757"/>
                    <a:pt x="13396" y="17159"/>
                    <a:pt x="0" y="36609"/>
                  </a:cubicBezTo>
                  <a:lnTo>
                    <a:pt x="0" y="36609"/>
                  </a:lnTo>
                  <a:cubicBezTo>
                    <a:pt x="23613" y="35852"/>
                    <a:pt x="53627" y="19451"/>
                    <a:pt x="67023" y="0"/>
                  </a:cubicBezTo>
                  <a:lnTo>
                    <a:pt x="67023" y="0"/>
                  </a:lnTo>
                  <a:lnTo>
                    <a:pt x="67023"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28" name="Google Shape;1028;p22"/>
            <p:cNvGrpSpPr/>
            <p:nvPr/>
          </p:nvGrpSpPr>
          <p:grpSpPr>
            <a:xfrm>
              <a:off x="2580036" y="4794866"/>
              <a:ext cx="436020" cy="179560"/>
              <a:chOff x="2580036" y="4794866"/>
              <a:chExt cx="436020" cy="179560"/>
            </a:xfrm>
          </p:grpSpPr>
          <p:sp>
            <p:nvSpPr>
              <p:cNvPr id="1029" name="Google Shape;1029;p22"/>
              <p:cNvSpPr/>
              <p:nvPr/>
            </p:nvSpPr>
            <p:spPr>
              <a:xfrm>
                <a:off x="2580036" y="4828113"/>
                <a:ext cx="74356" cy="141514"/>
              </a:xfrm>
              <a:custGeom>
                <a:rect b="b" l="l" r="r" t="t"/>
                <a:pathLst>
                  <a:path extrusionOk="0" h="38771" w="16880">
                    <a:moveTo>
                      <a:pt x="55" y="0"/>
                    </a:moveTo>
                    <a:cubicBezTo>
                      <a:pt x="-723" y="13039"/>
                      <a:pt x="6780" y="30403"/>
                      <a:pt x="16825" y="38772"/>
                    </a:cubicBezTo>
                    <a:lnTo>
                      <a:pt x="16825" y="38772"/>
                    </a:lnTo>
                    <a:cubicBezTo>
                      <a:pt x="17603" y="25733"/>
                      <a:pt x="10100" y="8369"/>
                      <a:pt x="55" y="0"/>
                    </a:cubicBezTo>
                    <a:lnTo>
                      <a:pt x="55" y="0"/>
                    </a:lnTo>
                    <a:cubicBezTo>
                      <a:pt x="55" y="0"/>
                      <a:pt x="55" y="0"/>
                      <a:pt x="55"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0" name="Google Shape;1030;p22"/>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1" name="Google Shape;1031;p22"/>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2" name="Google Shape;1032;p22"/>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33" name="Google Shape;1033;p22"/>
            <p:cNvGrpSpPr/>
            <p:nvPr/>
          </p:nvGrpSpPr>
          <p:grpSpPr>
            <a:xfrm>
              <a:off x="3055253" y="4744852"/>
              <a:ext cx="328964" cy="214701"/>
              <a:chOff x="3055253" y="4744852"/>
              <a:chExt cx="328964" cy="214701"/>
            </a:xfrm>
          </p:grpSpPr>
          <p:sp>
            <p:nvSpPr>
              <p:cNvPr id="1034" name="Google Shape;1034;p22"/>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5" name="Google Shape;1035;p22"/>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6" name="Google Shape;1036;p22"/>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37" name="Google Shape;1037;p22"/>
            <p:cNvGrpSpPr/>
            <p:nvPr/>
          </p:nvGrpSpPr>
          <p:grpSpPr>
            <a:xfrm>
              <a:off x="3435299" y="4794745"/>
              <a:ext cx="181242" cy="177466"/>
              <a:chOff x="3435299" y="4794745"/>
              <a:chExt cx="181242" cy="177466"/>
            </a:xfrm>
          </p:grpSpPr>
          <p:sp>
            <p:nvSpPr>
              <p:cNvPr id="1038" name="Google Shape;1038;p22"/>
              <p:cNvSpPr/>
              <p:nvPr/>
            </p:nvSpPr>
            <p:spPr>
              <a:xfrm>
                <a:off x="3435299" y="4796402"/>
                <a:ext cx="137643" cy="175810"/>
              </a:xfrm>
              <a:custGeom>
                <a:rect b="b" l="l" r="r" t="t"/>
                <a:pathLst>
                  <a:path extrusionOk="0" h="48167" w="31247">
                    <a:moveTo>
                      <a:pt x="0" y="11"/>
                    </a:moveTo>
                    <a:cubicBezTo>
                      <a:pt x="3589" y="8239"/>
                      <a:pt x="8682" y="16661"/>
                      <a:pt x="13926" y="24954"/>
                    </a:cubicBezTo>
                    <a:cubicBezTo>
                      <a:pt x="19202" y="33225"/>
                      <a:pt x="24651" y="41410"/>
                      <a:pt x="30576" y="48167"/>
                    </a:cubicBezTo>
                    <a:lnTo>
                      <a:pt x="30576" y="48167"/>
                    </a:lnTo>
                    <a:cubicBezTo>
                      <a:pt x="31517" y="43788"/>
                      <a:pt x="31484" y="38729"/>
                      <a:pt x="30381" y="33571"/>
                    </a:cubicBezTo>
                    <a:cubicBezTo>
                      <a:pt x="29300" y="28414"/>
                      <a:pt x="27149" y="23170"/>
                      <a:pt x="24164" y="18456"/>
                    </a:cubicBezTo>
                    <a:cubicBezTo>
                      <a:pt x="21170" y="13742"/>
                      <a:pt x="17342" y="9569"/>
                      <a:pt x="13136" y="6390"/>
                    </a:cubicBezTo>
                    <a:cubicBezTo>
                      <a:pt x="8931" y="3200"/>
                      <a:pt x="4368" y="1016"/>
                      <a:pt x="11" y="0"/>
                    </a:cubicBezTo>
                    <a:lnTo>
                      <a:pt x="1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9" name="Google Shape;1039;p22"/>
              <p:cNvSpPr/>
              <p:nvPr/>
            </p:nvSpPr>
            <p:spPr>
              <a:xfrm>
                <a:off x="3566765" y="4794745"/>
                <a:ext cx="49776" cy="173915"/>
              </a:xfrm>
              <a:custGeom>
                <a:rect b="b" l="l" r="r" t="t"/>
                <a:pathLst>
                  <a:path extrusionOk="0" h="47648" w="11300">
                    <a:moveTo>
                      <a:pt x="1054" y="0"/>
                    </a:moveTo>
                    <a:cubicBezTo>
                      <a:pt x="1822" y="7579"/>
                      <a:pt x="1552" y="15213"/>
                      <a:pt x="925" y="23278"/>
                    </a:cubicBezTo>
                    <a:cubicBezTo>
                      <a:pt x="308" y="31301"/>
                      <a:pt x="-665" y="40102"/>
                      <a:pt x="665" y="47648"/>
                    </a:cubicBezTo>
                    <a:lnTo>
                      <a:pt x="665" y="47648"/>
                    </a:lnTo>
                    <a:cubicBezTo>
                      <a:pt x="3282" y="44891"/>
                      <a:pt x="5671" y="41496"/>
                      <a:pt x="7563" y="37506"/>
                    </a:cubicBezTo>
                    <a:cubicBezTo>
                      <a:pt x="9444" y="33528"/>
                      <a:pt x="10817" y="28922"/>
                      <a:pt x="11196" y="24078"/>
                    </a:cubicBezTo>
                    <a:cubicBezTo>
                      <a:pt x="11585" y="19213"/>
                      <a:pt x="10893" y="14174"/>
                      <a:pt x="9077" y="9839"/>
                    </a:cubicBezTo>
                    <a:cubicBezTo>
                      <a:pt x="7293" y="5493"/>
                      <a:pt x="4330" y="1935"/>
                      <a:pt x="1054" y="0"/>
                    </a:cubicBezTo>
                    <a:lnTo>
                      <a:pt x="105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040" name="Google Shape;1040;p22"/>
          <p:cNvSpPr txBox="1"/>
          <p:nvPr>
            <p:ph type="title"/>
          </p:nvPr>
        </p:nvSpPr>
        <p:spPr>
          <a:xfrm>
            <a:off x="4736281" y="843600"/>
            <a:ext cx="3694500" cy="1058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41" name="Google Shape;1041;p22"/>
          <p:cNvSpPr txBox="1"/>
          <p:nvPr>
            <p:ph idx="1" type="subTitle"/>
          </p:nvPr>
        </p:nvSpPr>
        <p:spPr>
          <a:xfrm>
            <a:off x="4736250" y="1785675"/>
            <a:ext cx="3694500" cy="105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042" name="Google Shape;1042;p22"/>
          <p:cNvSpPr txBox="1"/>
          <p:nvPr/>
        </p:nvSpPr>
        <p:spPr>
          <a:xfrm>
            <a:off x="4736275" y="3634651"/>
            <a:ext cx="3084300" cy="6885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Open Sans"/>
                <a:ea typeface="Open Sans"/>
                <a:cs typeface="Open Sans"/>
                <a:sym typeface="Open Sans"/>
              </a:rPr>
              <a:t>CREDITS:</a:t>
            </a:r>
            <a:r>
              <a:rPr lang="en" sz="1000">
                <a:solidFill>
                  <a:schemeClr val="dk1"/>
                </a:solidFill>
                <a:latin typeface="Open Sans"/>
                <a:ea typeface="Open Sans"/>
                <a:cs typeface="Open Sans"/>
                <a:sym typeface="Open Sans"/>
              </a:rPr>
              <a:t> This presentation template was created by </a:t>
            </a:r>
            <a:r>
              <a:rPr b="1" lang="en" sz="1000" u="sng">
                <a:solidFill>
                  <a:schemeClr val="dk1"/>
                </a:solidFill>
                <a:latin typeface="Open Sans"/>
                <a:ea typeface="Open Sans"/>
                <a:cs typeface="Open Sans"/>
                <a:sym typeface="Open Sans"/>
                <a:hlinkClick r:id="rId2">
                  <a:extLst>
                    <a:ext uri="{A12FA001-AC4F-418D-AE19-62706E023703}">
                      <ahyp:hlinkClr val="tx"/>
                    </a:ext>
                  </a:extLst>
                </a:hlinkClick>
              </a:rPr>
              <a:t>Slidesgo</a:t>
            </a:r>
            <a:r>
              <a:rPr lang="en" sz="1000">
                <a:solidFill>
                  <a:schemeClr val="dk1"/>
                </a:solidFill>
                <a:latin typeface="Open Sans"/>
                <a:ea typeface="Open Sans"/>
                <a:cs typeface="Open Sans"/>
                <a:sym typeface="Open Sans"/>
              </a:rPr>
              <a:t>, and includes icons by </a:t>
            </a:r>
            <a:r>
              <a:rPr b="1" lang="en" sz="1000" u="sng">
                <a:solidFill>
                  <a:schemeClr val="dk1"/>
                </a:solidFill>
                <a:latin typeface="Open Sans"/>
                <a:ea typeface="Open Sans"/>
                <a:cs typeface="Open Sans"/>
                <a:sym typeface="Open Sans"/>
                <a:hlinkClick r:id="rId3">
                  <a:extLst>
                    <a:ext uri="{A12FA001-AC4F-418D-AE19-62706E023703}">
                      <ahyp:hlinkClr val="tx"/>
                    </a:ext>
                  </a:extLst>
                </a:hlinkClick>
              </a:rPr>
              <a:t>Flaticon</a:t>
            </a:r>
            <a:r>
              <a:rPr lang="en" sz="1000">
                <a:solidFill>
                  <a:schemeClr val="dk1"/>
                </a:solidFill>
                <a:latin typeface="Open Sans"/>
                <a:ea typeface="Open Sans"/>
                <a:cs typeface="Open Sans"/>
                <a:sym typeface="Open Sans"/>
              </a:rPr>
              <a:t>, and infographics &amp; images by </a:t>
            </a:r>
            <a:r>
              <a:rPr b="1" lang="en" sz="1000" u="sng">
                <a:solidFill>
                  <a:schemeClr val="dk1"/>
                </a:solidFill>
                <a:latin typeface="Open Sans"/>
                <a:ea typeface="Open Sans"/>
                <a:cs typeface="Open Sans"/>
                <a:sym typeface="Open Sans"/>
                <a:hlinkClick r:id="rId4">
                  <a:extLst>
                    <a:ext uri="{A12FA001-AC4F-418D-AE19-62706E023703}">
                      <ahyp:hlinkClr val="tx"/>
                    </a:ext>
                  </a:extLst>
                </a:hlinkClick>
              </a:rPr>
              <a:t>Freepik</a:t>
            </a:r>
            <a:r>
              <a:rPr lang="en" sz="1000" u="sng">
                <a:solidFill>
                  <a:schemeClr val="dk1"/>
                </a:solidFill>
                <a:latin typeface="Open Sans"/>
                <a:ea typeface="Open Sans"/>
                <a:cs typeface="Open Sans"/>
                <a:sym typeface="Open Sans"/>
              </a:rPr>
              <a:t> </a:t>
            </a:r>
            <a:endParaRPr b="1" sz="1000" u="sng">
              <a:solidFill>
                <a:schemeClr val="dk1"/>
              </a:solidFill>
              <a:latin typeface="Open Sans"/>
              <a:ea typeface="Open Sans"/>
              <a:cs typeface="Open Sans"/>
              <a:sym typeface="Open Sa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043" name="Shape 1043"/>
        <p:cNvGrpSpPr/>
        <p:nvPr/>
      </p:nvGrpSpPr>
      <p:grpSpPr>
        <a:xfrm>
          <a:off x="0" y="0"/>
          <a:ext cx="0" cy="0"/>
          <a:chOff x="0" y="0"/>
          <a:chExt cx="0" cy="0"/>
        </a:xfrm>
      </p:grpSpPr>
      <p:grpSp>
        <p:nvGrpSpPr>
          <p:cNvPr id="1044" name="Google Shape;1044;p23"/>
          <p:cNvGrpSpPr/>
          <p:nvPr/>
        </p:nvGrpSpPr>
        <p:grpSpPr>
          <a:xfrm>
            <a:off x="-256760" y="0"/>
            <a:ext cx="9597338" cy="5143797"/>
            <a:chOff x="-256760" y="0"/>
            <a:chExt cx="9597338" cy="5143797"/>
          </a:xfrm>
        </p:grpSpPr>
        <p:grpSp>
          <p:nvGrpSpPr>
            <p:cNvPr id="1045" name="Google Shape;1045;p23"/>
            <p:cNvGrpSpPr/>
            <p:nvPr/>
          </p:nvGrpSpPr>
          <p:grpSpPr>
            <a:xfrm>
              <a:off x="25" y="0"/>
              <a:ext cx="9150776" cy="5143797"/>
              <a:chOff x="25" y="0"/>
              <a:chExt cx="9150776" cy="5143797"/>
            </a:xfrm>
          </p:grpSpPr>
          <p:grpSp>
            <p:nvGrpSpPr>
              <p:cNvPr id="1046" name="Google Shape;1046;p23"/>
              <p:cNvGrpSpPr/>
              <p:nvPr/>
            </p:nvGrpSpPr>
            <p:grpSpPr>
              <a:xfrm>
                <a:off x="25" y="0"/>
                <a:ext cx="9150776" cy="1135213"/>
                <a:chOff x="24" y="0"/>
                <a:chExt cx="9150776" cy="2380400"/>
              </a:xfrm>
            </p:grpSpPr>
            <p:sp>
              <p:nvSpPr>
                <p:cNvPr id="1047" name="Google Shape;1047;p23"/>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8" name="Google Shape;1048;p23"/>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9" name="Google Shape;1049;p23"/>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0" name="Google Shape;1050;p23"/>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051" name="Google Shape;1051;p23"/>
              <p:cNvGrpSpPr/>
              <p:nvPr/>
            </p:nvGrpSpPr>
            <p:grpSpPr>
              <a:xfrm>
                <a:off x="43" y="4603847"/>
                <a:ext cx="9144293" cy="539950"/>
                <a:chOff x="43" y="4603847"/>
                <a:chExt cx="9144293" cy="539950"/>
              </a:xfrm>
            </p:grpSpPr>
            <p:grpSp>
              <p:nvGrpSpPr>
                <p:cNvPr id="1052" name="Google Shape;1052;p23"/>
                <p:cNvGrpSpPr/>
                <p:nvPr/>
              </p:nvGrpSpPr>
              <p:grpSpPr>
                <a:xfrm>
                  <a:off x="43" y="4603847"/>
                  <a:ext cx="9144293" cy="539950"/>
                  <a:chOff x="43" y="4603847"/>
                  <a:chExt cx="9144293" cy="539950"/>
                </a:xfrm>
              </p:grpSpPr>
              <p:sp>
                <p:nvSpPr>
                  <p:cNvPr id="1053" name="Google Shape;1053;p23"/>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4" name="Google Shape;1054;p23"/>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5" name="Google Shape;1055;p23"/>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6" name="Google Shape;1056;p23"/>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7" name="Google Shape;1057;p23"/>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8" name="Google Shape;1058;p23"/>
                  <p:cNvSpPr/>
                  <p:nvPr/>
                </p:nvSpPr>
                <p:spPr>
                  <a:xfrm>
                    <a:off x="43" y="4905855"/>
                    <a:ext cx="9144287" cy="237491"/>
                  </a:xfrm>
                  <a:custGeom>
                    <a:rect b="b" l="l" r="r" t="t"/>
                    <a:pathLst>
                      <a:path extrusionOk="0" h="65066" w="2075888">
                        <a:moveTo>
                          <a:pt x="0" y="0"/>
                        </a:moveTo>
                        <a:lnTo>
                          <a:pt x="2075888" y="0"/>
                        </a:lnTo>
                        <a:lnTo>
                          <a:pt x="2075888" y="65066"/>
                        </a:lnTo>
                        <a:lnTo>
                          <a:pt x="0" y="6506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59" name="Google Shape;1059;p23"/>
                <p:cNvGrpSpPr/>
                <p:nvPr/>
              </p:nvGrpSpPr>
              <p:grpSpPr>
                <a:xfrm flipH="1">
                  <a:off x="8773603" y="4759958"/>
                  <a:ext cx="339829" cy="252642"/>
                  <a:chOff x="206231" y="4759958"/>
                  <a:chExt cx="339829" cy="252642"/>
                </a:xfrm>
              </p:grpSpPr>
              <p:sp>
                <p:nvSpPr>
                  <p:cNvPr id="1060" name="Google Shape;1060;p23"/>
                  <p:cNvSpPr/>
                  <p:nvPr/>
                </p:nvSpPr>
                <p:spPr>
                  <a:xfrm>
                    <a:off x="279046" y="4766784"/>
                    <a:ext cx="267013" cy="245817"/>
                  </a:xfrm>
                  <a:custGeom>
                    <a:rect b="b" l="l" r="r" t="t"/>
                    <a:pathLst>
                      <a:path extrusionOk="0" h="67347" w="60616">
                        <a:moveTo>
                          <a:pt x="60606" y="0"/>
                        </a:moveTo>
                        <a:cubicBezTo>
                          <a:pt x="53546" y="638"/>
                          <a:pt x="45924" y="3005"/>
                          <a:pt x="38604" y="6973"/>
                        </a:cubicBezTo>
                        <a:cubicBezTo>
                          <a:pt x="31284" y="10920"/>
                          <a:pt x="24289" y="16434"/>
                          <a:pt x="18407" y="22975"/>
                        </a:cubicBezTo>
                        <a:cubicBezTo>
                          <a:pt x="12526" y="29516"/>
                          <a:pt x="7768" y="37052"/>
                          <a:pt x="4622" y="44740"/>
                        </a:cubicBezTo>
                        <a:cubicBezTo>
                          <a:pt x="1454" y="52427"/>
                          <a:pt x="-103" y="60265"/>
                          <a:pt x="5" y="67347"/>
                        </a:cubicBezTo>
                        <a:lnTo>
                          <a:pt x="5" y="67347"/>
                        </a:lnTo>
                        <a:cubicBezTo>
                          <a:pt x="5" y="67347"/>
                          <a:pt x="5" y="67347"/>
                          <a:pt x="5" y="67347"/>
                        </a:cubicBezTo>
                        <a:cubicBezTo>
                          <a:pt x="11293" y="58687"/>
                          <a:pt x="22202" y="47410"/>
                          <a:pt x="32690" y="35820"/>
                        </a:cubicBezTo>
                        <a:cubicBezTo>
                          <a:pt x="43123" y="24175"/>
                          <a:pt x="53178" y="12131"/>
                          <a:pt x="60617" y="0"/>
                        </a:cubicBezTo>
                        <a:lnTo>
                          <a:pt x="60617"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1" name="Google Shape;1061;p23"/>
                  <p:cNvSpPr/>
                  <p:nvPr/>
                </p:nvSpPr>
                <p:spPr>
                  <a:xfrm>
                    <a:off x="206231" y="4759958"/>
                    <a:ext cx="124824" cy="239977"/>
                  </a:xfrm>
                  <a:custGeom>
                    <a:rect b="b" l="l" r="r" t="t"/>
                    <a:pathLst>
                      <a:path extrusionOk="0" h="65747" w="28337">
                        <a:moveTo>
                          <a:pt x="0" y="11"/>
                        </a:moveTo>
                        <a:cubicBezTo>
                          <a:pt x="1633" y="10952"/>
                          <a:pt x="5481" y="22683"/>
                          <a:pt x="9990" y="34101"/>
                        </a:cubicBezTo>
                        <a:cubicBezTo>
                          <a:pt x="14553" y="45507"/>
                          <a:pt x="19807" y="56676"/>
                          <a:pt x="26132" y="65747"/>
                        </a:cubicBezTo>
                        <a:lnTo>
                          <a:pt x="26132" y="65747"/>
                        </a:lnTo>
                        <a:cubicBezTo>
                          <a:pt x="29700" y="55314"/>
                          <a:pt x="28933" y="41182"/>
                          <a:pt x="23873" y="28576"/>
                        </a:cubicBezTo>
                        <a:cubicBezTo>
                          <a:pt x="18899" y="15936"/>
                          <a:pt x="9752" y="5146"/>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62" name="Google Shape;1062;p23"/>
                <p:cNvGrpSpPr/>
                <p:nvPr/>
              </p:nvGrpSpPr>
              <p:grpSpPr>
                <a:xfrm flipH="1">
                  <a:off x="8386608" y="4765719"/>
                  <a:ext cx="323828" cy="223114"/>
                  <a:chOff x="609226" y="4765719"/>
                  <a:chExt cx="323828" cy="223114"/>
                </a:xfrm>
              </p:grpSpPr>
              <p:sp>
                <p:nvSpPr>
                  <p:cNvPr id="1063" name="Google Shape;1063;p23"/>
                  <p:cNvSpPr/>
                  <p:nvPr/>
                </p:nvSpPr>
                <p:spPr>
                  <a:xfrm>
                    <a:off x="609226" y="4765719"/>
                    <a:ext cx="146206" cy="203907"/>
                  </a:xfrm>
                  <a:custGeom>
                    <a:rect b="b" l="l" r="r" t="t"/>
                    <a:pathLst>
                      <a:path extrusionOk="0" h="55865" w="33191">
                        <a:moveTo>
                          <a:pt x="33191" y="11"/>
                        </a:moveTo>
                        <a:cubicBezTo>
                          <a:pt x="28412" y="1654"/>
                          <a:pt x="23525" y="4184"/>
                          <a:pt x="18865" y="7720"/>
                        </a:cubicBezTo>
                        <a:cubicBezTo>
                          <a:pt x="14216" y="11244"/>
                          <a:pt x="9783" y="15829"/>
                          <a:pt x="6356" y="21310"/>
                        </a:cubicBezTo>
                        <a:cubicBezTo>
                          <a:pt x="2929" y="26803"/>
                          <a:pt x="658" y="33160"/>
                          <a:pt x="128" y="39377"/>
                        </a:cubicBezTo>
                        <a:cubicBezTo>
                          <a:pt x="-434" y="45594"/>
                          <a:pt x="874" y="51584"/>
                          <a:pt x="3556" y="55865"/>
                        </a:cubicBezTo>
                        <a:lnTo>
                          <a:pt x="3556" y="55865"/>
                        </a:lnTo>
                        <a:cubicBezTo>
                          <a:pt x="7286" y="46470"/>
                          <a:pt x="12281" y="37658"/>
                          <a:pt x="17957" y="28543"/>
                        </a:cubicBezTo>
                        <a:cubicBezTo>
                          <a:pt x="20801" y="23981"/>
                          <a:pt x="23806" y="19310"/>
                          <a:pt x="26531" y="14521"/>
                        </a:cubicBezTo>
                        <a:cubicBezTo>
                          <a:pt x="29256" y="9741"/>
                          <a:pt x="31678" y="4833"/>
                          <a:pt x="33191" y="0"/>
                        </a:cubicBezTo>
                        <a:lnTo>
                          <a:pt x="3319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4" name="Google Shape;1064;p23"/>
                  <p:cNvSpPr/>
                  <p:nvPr/>
                </p:nvSpPr>
                <p:spPr>
                  <a:xfrm>
                    <a:off x="665587" y="4790346"/>
                    <a:ext cx="267467" cy="198487"/>
                  </a:xfrm>
                  <a:custGeom>
                    <a:rect b="b" l="l" r="r" t="t"/>
                    <a:pathLst>
                      <a:path extrusionOk="0" h="54380" w="60719">
                        <a:moveTo>
                          <a:pt x="60709" y="180"/>
                        </a:moveTo>
                        <a:cubicBezTo>
                          <a:pt x="54319" y="-437"/>
                          <a:pt x="47075" y="526"/>
                          <a:pt x="39918" y="3142"/>
                        </a:cubicBezTo>
                        <a:cubicBezTo>
                          <a:pt x="32760" y="5737"/>
                          <a:pt x="25711" y="9954"/>
                          <a:pt x="19678" y="15327"/>
                        </a:cubicBezTo>
                        <a:cubicBezTo>
                          <a:pt x="13655" y="20712"/>
                          <a:pt x="8660" y="27231"/>
                          <a:pt x="5287" y="34053"/>
                        </a:cubicBezTo>
                        <a:cubicBezTo>
                          <a:pt x="1881" y="40876"/>
                          <a:pt x="97" y="47958"/>
                          <a:pt x="0" y="54380"/>
                        </a:cubicBezTo>
                        <a:lnTo>
                          <a:pt x="0" y="54380"/>
                        </a:lnTo>
                        <a:cubicBezTo>
                          <a:pt x="10466" y="46855"/>
                          <a:pt x="20856" y="37557"/>
                          <a:pt x="31268" y="28302"/>
                        </a:cubicBezTo>
                        <a:cubicBezTo>
                          <a:pt x="41637" y="19003"/>
                          <a:pt x="52059" y="9727"/>
                          <a:pt x="60720" y="180"/>
                        </a:cubicBezTo>
                        <a:lnTo>
                          <a:pt x="60720" y="180"/>
                        </a:lnTo>
                        <a:lnTo>
                          <a:pt x="60720" y="18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65" name="Google Shape;1065;p23"/>
                <p:cNvSpPr/>
                <p:nvPr/>
              </p:nvSpPr>
              <p:spPr>
                <a:xfrm flipH="1">
                  <a:off x="4804529" y="4798061"/>
                  <a:ext cx="48385" cy="165666"/>
                </a:xfrm>
                <a:custGeom>
                  <a:rect b="b" l="l" r="r" t="t"/>
                  <a:pathLst>
                    <a:path extrusionOk="0" h="45388" w="10984">
                      <a:moveTo>
                        <a:pt x="4546" y="0"/>
                      </a:moveTo>
                      <a:cubicBezTo>
                        <a:pt x="2827" y="6984"/>
                        <a:pt x="1919" y="14780"/>
                        <a:pt x="1140" y="22575"/>
                      </a:cubicBezTo>
                      <a:cubicBezTo>
                        <a:pt x="394" y="30371"/>
                        <a:pt x="-244" y="38198"/>
                        <a:pt x="92" y="45388"/>
                      </a:cubicBezTo>
                      <a:lnTo>
                        <a:pt x="92" y="45388"/>
                      </a:lnTo>
                      <a:cubicBezTo>
                        <a:pt x="5681" y="40901"/>
                        <a:pt x="9963" y="32479"/>
                        <a:pt x="10795" y="23526"/>
                      </a:cubicBezTo>
                      <a:cubicBezTo>
                        <a:pt x="11725" y="14585"/>
                        <a:pt x="9152" y="5492"/>
                        <a:pt x="4546" y="0"/>
                      </a:cubicBezTo>
                      <a:lnTo>
                        <a:pt x="4546"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66" name="Google Shape;1066;p23"/>
                <p:cNvGrpSpPr/>
                <p:nvPr/>
              </p:nvGrpSpPr>
              <p:grpSpPr>
                <a:xfrm flipH="1">
                  <a:off x="741006" y="4794866"/>
                  <a:ext cx="363460" cy="179560"/>
                  <a:chOff x="2652596" y="4794866"/>
                  <a:chExt cx="363460" cy="179560"/>
                </a:xfrm>
              </p:grpSpPr>
              <p:sp>
                <p:nvSpPr>
                  <p:cNvPr id="1067" name="Google Shape;1067;p23"/>
                  <p:cNvSpPr/>
                  <p:nvPr/>
                </p:nvSpPr>
                <p:spPr>
                  <a:xfrm>
                    <a:off x="2652596" y="4857260"/>
                    <a:ext cx="169694" cy="117165"/>
                  </a:xfrm>
                  <a:custGeom>
                    <a:rect b="b" l="l" r="r" t="t"/>
                    <a:pathLst>
                      <a:path extrusionOk="0" h="32100" w="38523">
                        <a:moveTo>
                          <a:pt x="0" y="0"/>
                        </a:moveTo>
                        <a:cubicBezTo>
                          <a:pt x="4530" y="6379"/>
                          <a:pt x="10834" y="12509"/>
                          <a:pt x="17537" y="18121"/>
                        </a:cubicBezTo>
                        <a:cubicBezTo>
                          <a:pt x="24262" y="23700"/>
                          <a:pt x="31430" y="28803"/>
                          <a:pt x="38523" y="32101"/>
                        </a:cubicBezTo>
                        <a:lnTo>
                          <a:pt x="38523" y="32101"/>
                        </a:lnTo>
                        <a:cubicBezTo>
                          <a:pt x="36988" y="24446"/>
                          <a:pt x="31657" y="16088"/>
                          <a:pt x="24305" y="10001"/>
                        </a:cubicBezTo>
                        <a:cubicBezTo>
                          <a:pt x="16985" y="3860"/>
                          <a:pt x="7806" y="130"/>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8" name="Google Shape;1068;p23"/>
                  <p:cNvSpPr/>
                  <p:nvPr/>
                </p:nvSpPr>
                <p:spPr>
                  <a:xfrm>
                    <a:off x="2790235" y="4794866"/>
                    <a:ext cx="53036" cy="174507"/>
                  </a:xfrm>
                  <a:custGeom>
                    <a:rect b="b" l="l" r="r" t="t"/>
                    <a:pathLst>
                      <a:path extrusionOk="0" h="47810" w="12040">
                        <a:moveTo>
                          <a:pt x="214" y="0"/>
                        </a:moveTo>
                        <a:cubicBezTo>
                          <a:pt x="-381" y="7536"/>
                          <a:pt x="333" y="15915"/>
                          <a:pt x="1501" y="24208"/>
                        </a:cubicBezTo>
                        <a:cubicBezTo>
                          <a:pt x="2701" y="32490"/>
                          <a:pt x="4355" y="40739"/>
                          <a:pt x="7036" y="47810"/>
                        </a:cubicBezTo>
                        <a:lnTo>
                          <a:pt x="7036" y="47810"/>
                        </a:lnTo>
                        <a:cubicBezTo>
                          <a:pt x="11134" y="41485"/>
                          <a:pt x="12951" y="31971"/>
                          <a:pt x="11599" y="22770"/>
                        </a:cubicBezTo>
                        <a:cubicBezTo>
                          <a:pt x="10323" y="13558"/>
                          <a:pt x="5912" y="4930"/>
                          <a:pt x="214" y="11"/>
                        </a:cubicBezTo>
                        <a:lnTo>
                          <a:pt x="214" y="1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9" name="Google Shape;1069;p23"/>
                  <p:cNvSpPr/>
                  <p:nvPr/>
                </p:nvSpPr>
                <p:spPr>
                  <a:xfrm>
                    <a:off x="2825170" y="4808513"/>
                    <a:ext cx="190886" cy="157103"/>
                  </a:xfrm>
                  <a:custGeom>
                    <a:rect b="b" l="l" r="r" t="t"/>
                    <a:pathLst>
                      <a:path extrusionOk="0" h="43042" w="43334">
                        <a:moveTo>
                          <a:pt x="43334" y="0"/>
                        </a:moveTo>
                        <a:cubicBezTo>
                          <a:pt x="34036" y="1751"/>
                          <a:pt x="23862" y="7568"/>
                          <a:pt x="15796" y="15612"/>
                        </a:cubicBezTo>
                        <a:cubicBezTo>
                          <a:pt x="7698" y="23624"/>
                          <a:pt x="1816" y="33755"/>
                          <a:pt x="0" y="43042"/>
                        </a:cubicBezTo>
                        <a:lnTo>
                          <a:pt x="0" y="43042"/>
                        </a:lnTo>
                        <a:cubicBezTo>
                          <a:pt x="8574" y="38988"/>
                          <a:pt x="17169" y="32295"/>
                          <a:pt x="24824" y="24705"/>
                        </a:cubicBezTo>
                        <a:cubicBezTo>
                          <a:pt x="32468" y="17094"/>
                          <a:pt x="39226" y="8552"/>
                          <a:pt x="43334" y="0"/>
                        </a:cubicBezTo>
                        <a:lnTo>
                          <a:pt x="4333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70" name="Google Shape;1070;p23"/>
                <p:cNvGrpSpPr/>
                <p:nvPr/>
              </p:nvGrpSpPr>
              <p:grpSpPr>
                <a:xfrm flipH="1">
                  <a:off x="372846" y="4744852"/>
                  <a:ext cx="328964" cy="214701"/>
                  <a:chOff x="3055253" y="4744852"/>
                  <a:chExt cx="328964" cy="214701"/>
                </a:xfrm>
              </p:grpSpPr>
              <p:sp>
                <p:nvSpPr>
                  <p:cNvPr id="1071" name="Google Shape;1071;p23"/>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2" name="Google Shape;1072;p23"/>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3" name="Google Shape;1073;p23"/>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74" name="Google Shape;1074;p23"/>
                <p:cNvGrpSpPr/>
                <p:nvPr/>
              </p:nvGrpSpPr>
              <p:grpSpPr>
                <a:xfrm flipH="1">
                  <a:off x="140521" y="4794745"/>
                  <a:ext cx="181242" cy="177466"/>
                  <a:chOff x="3435299" y="4794745"/>
                  <a:chExt cx="181242" cy="177466"/>
                </a:xfrm>
              </p:grpSpPr>
              <p:sp>
                <p:nvSpPr>
                  <p:cNvPr id="1075" name="Google Shape;1075;p23"/>
                  <p:cNvSpPr/>
                  <p:nvPr/>
                </p:nvSpPr>
                <p:spPr>
                  <a:xfrm>
                    <a:off x="3435299" y="4796402"/>
                    <a:ext cx="137643" cy="175810"/>
                  </a:xfrm>
                  <a:custGeom>
                    <a:rect b="b" l="l" r="r" t="t"/>
                    <a:pathLst>
                      <a:path extrusionOk="0" h="48167" w="31247">
                        <a:moveTo>
                          <a:pt x="0" y="11"/>
                        </a:moveTo>
                        <a:cubicBezTo>
                          <a:pt x="3589" y="8239"/>
                          <a:pt x="8682" y="16661"/>
                          <a:pt x="13926" y="24954"/>
                        </a:cubicBezTo>
                        <a:cubicBezTo>
                          <a:pt x="19202" y="33225"/>
                          <a:pt x="24651" y="41410"/>
                          <a:pt x="30576" y="48167"/>
                        </a:cubicBezTo>
                        <a:lnTo>
                          <a:pt x="30576" y="48167"/>
                        </a:lnTo>
                        <a:cubicBezTo>
                          <a:pt x="31517" y="43788"/>
                          <a:pt x="31484" y="38729"/>
                          <a:pt x="30381" y="33571"/>
                        </a:cubicBezTo>
                        <a:cubicBezTo>
                          <a:pt x="29300" y="28414"/>
                          <a:pt x="27149" y="23170"/>
                          <a:pt x="24164" y="18456"/>
                        </a:cubicBezTo>
                        <a:cubicBezTo>
                          <a:pt x="21170" y="13742"/>
                          <a:pt x="17342" y="9569"/>
                          <a:pt x="13136" y="6390"/>
                        </a:cubicBezTo>
                        <a:cubicBezTo>
                          <a:pt x="8931" y="3200"/>
                          <a:pt x="4368" y="1016"/>
                          <a:pt x="11" y="0"/>
                        </a:cubicBezTo>
                        <a:lnTo>
                          <a:pt x="1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6" name="Google Shape;1076;p23"/>
                  <p:cNvSpPr/>
                  <p:nvPr/>
                </p:nvSpPr>
                <p:spPr>
                  <a:xfrm>
                    <a:off x="3566765" y="4794745"/>
                    <a:ext cx="49776" cy="173915"/>
                  </a:xfrm>
                  <a:custGeom>
                    <a:rect b="b" l="l" r="r" t="t"/>
                    <a:pathLst>
                      <a:path extrusionOk="0" h="47648" w="11300">
                        <a:moveTo>
                          <a:pt x="1054" y="0"/>
                        </a:moveTo>
                        <a:cubicBezTo>
                          <a:pt x="1822" y="7579"/>
                          <a:pt x="1552" y="15213"/>
                          <a:pt x="925" y="23278"/>
                        </a:cubicBezTo>
                        <a:cubicBezTo>
                          <a:pt x="308" y="31301"/>
                          <a:pt x="-665" y="40102"/>
                          <a:pt x="665" y="47648"/>
                        </a:cubicBezTo>
                        <a:lnTo>
                          <a:pt x="665" y="47648"/>
                        </a:lnTo>
                        <a:cubicBezTo>
                          <a:pt x="3282" y="44891"/>
                          <a:pt x="5671" y="41496"/>
                          <a:pt x="7563" y="37506"/>
                        </a:cubicBezTo>
                        <a:cubicBezTo>
                          <a:pt x="9444" y="33528"/>
                          <a:pt x="10817" y="28922"/>
                          <a:pt x="11196" y="24078"/>
                        </a:cubicBezTo>
                        <a:cubicBezTo>
                          <a:pt x="11585" y="19213"/>
                          <a:pt x="10893" y="14174"/>
                          <a:pt x="9077" y="9839"/>
                        </a:cubicBezTo>
                        <a:cubicBezTo>
                          <a:pt x="7293" y="5493"/>
                          <a:pt x="4330" y="1935"/>
                          <a:pt x="1054" y="0"/>
                        </a:cubicBezTo>
                        <a:lnTo>
                          <a:pt x="105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77" name="Google Shape;1077;p23"/>
                <p:cNvSpPr/>
                <p:nvPr/>
              </p:nvSpPr>
              <p:spPr>
                <a:xfrm flipH="1">
                  <a:off x="4494566"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078" name="Google Shape;1078;p23"/>
            <p:cNvSpPr/>
            <p:nvPr/>
          </p:nvSpPr>
          <p:spPr>
            <a:xfrm flipH="1">
              <a:off x="-256760" y="482528"/>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9" name="Google Shape;1079;p23"/>
            <p:cNvSpPr/>
            <p:nvPr/>
          </p:nvSpPr>
          <p:spPr>
            <a:xfrm>
              <a:off x="8430765" y="368578"/>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080" name="Shape 1080"/>
        <p:cNvGrpSpPr/>
        <p:nvPr/>
      </p:nvGrpSpPr>
      <p:grpSpPr>
        <a:xfrm>
          <a:off x="0" y="0"/>
          <a:ext cx="0" cy="0"/>
          <a:chOff x="0" y="0"/>
          <a:chExt cx="0" cy="0"/>
        </a:xfrm>
      </p:grpSpPr>
      <p:grpSp>
        <p:nvGrpSpPr>
          <p:cNvPr id="1081" name="Google Shape;1081;p24"/>
          <p:cNvGrpSpPr/>
          <p:nvPr/>
        </p:nvGrpSpPr>
        <p:grpSpPr>
          <a:xfrm>
            <a:off x="-313410" y="0"/>
            <a:ext cx="9653988" cy="5143797"/>
            <a:chOff x="-313410" y="0"/>
            <a:chExt cx="9653988" cy="5143797"/>
          </a:xfrm>
        </p:grpSpPr>
        <p:grpSp>
          <p:nvGrpSpPr>
            <p:cNvPr id="1082" name="Google Shape;1082;p24"/>
            <p:cNvGrpSpPr/>
            <p:nvPr/>
          </p:nvGrpSpPr>
          <p:grpSpPr>
            <a:xfrm flipH="1">
              <a:off x="25" y="0"/>
              <a:ext cx="9150776" cy="5143797"/>
              <a:chOff x="25" y="0"/>
              <a:chExt cx="9150776" cy="5143797"/>
            </a:xfrm>
          </p:grpSpPr>
          <p:grpSp>
            <p:nvGrpSpPr>
              <p:cNvPr id="1083" name="Google Shape;1083;p24"/>
              <p:cNvGrpSpPr/>
              <p:nvPr/>
            </p:nvGrpSpPr>
            <p:grpSpPr>
              <a:xfrm>
                <a:off x="25" y="0"/>
                <a:ext cx="9150776" cy="1135213"/>
                <a:chOff x="24" y="0"/>
                <a:chExt cx="9150776" cy="2380400"/>
              </a:xfrm>
            </p:grpSpPr>
            <p:sp>
              <p:nvSpPr>
                <p:cNvPr id="1084" name="Google Shape;1084;p24"/>
                <p:cNvSpPr/>
                <p:nvPr/>
              </p:nvSpPr>
              <p:spPr>
                <a:xfrm>
                  <a:off x="68" y="4"/>
                  <a:ext cx="9144287" cy="1894248"/>
                </a:xfrm>
                <a:custGeom>
                  <a:rect b="b" l="l" r="r" t="t"/>
                  <a:pathLst>
                    <a:path extrusionOk="0" h="518972" w="2075888">
                      <a:moveTo>
                        <a:pt x="0" y="0"/>
                      </a:moveTo>
                      <a:lnTo>
                        <a:pt x="2075888" y="0"/>
                      </a:lnTo>
                      <a:lnTo>
                        <a:pt x="2075888" y="518972"/>
                      </a:lnTo>
                      <a:lnTo>
                        <a:pt x="0" y="518972"/>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5" name="Google Shape;1085;p24"/>
                <p:cNvSpPr/>
                <p:nvPr/>
              </p:nvSpPr>
              <p:spPr>
                <a:xfrm>
                  <a:off x="24" y="391542"/>
                  <a:ext cx="9144287" cy="1502446"/>
                </a:xfrm>
                <a:custGeom>
                  <a:rect b="b" l="l" r="r" t="t"/>
                  <a:pathLst>
                    <a:path extrusionOk="0" h="411629" w="2075888">
                      <a:moveTo>
                        <a:pt x="1512490" y="168188"/>
                      </a:moveTo>
                      <a:cubicBezTo>
                        <a:pt x="1304772" y="184471"/>
                        <a:pt x="1124569" y="8172"/>
                        <a:pt x="916353" y="280"/>
                      </a:cubicBezTo>
                      <a:cubicBezTo>
                        <a:pt x="806191" y="-3894"/>
                        <a:pt x="700677" y="39646"/>
                        <a:pt x="593423" y="65162"/>
                      </a:cubicBezTo>
                      <a:cubicBezTo>
                        <a:pt x="397576" y="111751"/>
                        <a:pt x="187738" y="97089"/>
                        <a:pt x="0" y="24585"/>
                      </a:cubicBezTo>
                      <a:lnTo>
                        <a:pt x="0" y="411630"/>
                      </a:lnTo>
                      <a:lnTo>
                        <a:pt x="2075888" y="411630"/>
                      </a:lnTo>
                      <a:lnTo>
                        <a:pt x="2075888" y="16054"/>
                      </a:lnTo>
                      <a:cubicBezTo>
                        <a:pt x="1989771" y="15924"/>
                        <a:pt x="1903611" y="30758"/>
                        <a:pt x="1822706" y="60307"/>
                      </a:cubicBezTo>
                      <a:cubicBezTo>
                        <a:pt x="1719398" y="98030"/>
                        <a:pt x="1622123" y="159593"/>
                        <a:pt x="1512479" y="16818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6" name="Google Shape;1086;p24"/>
                <p:cNvSpPr/>
                <p:nvPr/>
              </p:nvSpPr>
              <p:spPr>
                <a:xfrm>
                  <a:off x="24" y="0"/>
                  <a:ext cx="9144335" cy="1009561"/>
                </a:xfrm>
                <a:custGeom>
                  <a:rect b="b" l="l" r="r" t="t"/>
                  <a:pathLst>
                    <a:path extrusionOk="0" h="276592" w="2075899">
                      <a:moveTo>
                        <a:pt x="2047237" y="0"/>
                      </a:moveTo>
                      <a:cubicBezTo>
                        <a:pt x="1967272" y="13429"/>
                        <a:pt x="1888085" y="45389"/>
                        <a:pt x="1813083" y="77857"/>
                      </a:cubicBezTo>
                      <a:cubicBezTo>
                        <a:pt x="1688584" y="131743"/>
                        <a:pt x="1556138" y="189285"/>
                        <a:pt x="1422157" y="167942"/>
                      </a:cubicBezTo>
                      <a:cubicBezTo>
                        <a:pt x="1301658" y="148740"/>
                        <a:pt x="1197323" y="67532"/>
                        <a:pt x="1076359" y="51541"/>
                      </a:cubicBezTo>
                      <a:cubicBezTo>
                        <a:pt x="954541" y="35431"/>
                        <a:pt x="835459" y="87252"/>
                        <a:pt x="715208" y="112498"/>
                      </a:cubicBezTo>
                      <a:cubicBezTo>
                        <a:pt x="503133" y="157033"/>
                        <a:pt x="274504" y="115190"/>
                        <a:pt x="91145" y="0"/>
                      </a:cubicBezTo>
                      <a:lnTo>
                        <a:pt x="0" y="0"/>
                      </a:lnTo>
                      <a:lnTo>
                        <a:pt x="0" y="131927"/>
                      </a:lnTo>
                      <a:cubicBezTo>
                        <a:pt x="187738" y="204421"/>
                        <a:pt x="397576" y="219082"/>
                        <a:pt x="593423" y="172504"/>
                      </a:cubicBezTo>
                      <a:cubicBezTo>
                        <a:pt x="700677" y="146988"/>
                        <a:pt x="806191" y="103449"/>
                        <a:pt x="916353" y="107622"/>
                      </a:cubicBezTo>
                      <a:cubicBezTo>
                        <a:pt x="1124559" y="115504"/>
                        <a:pt x="1304761" y="291814"/>
                        <a:pt x="1512490" y="275531"/>
                      </a:cubicBezTo>
                      <a:cubicBezTo>
                        <a:pt x="1622134" y="266936"/>
                        <a:pt x="1719409" y="205373"/>
                        <a:pt x="1822717" y="167650"/>
                      </a:cubicBezTo>
                      <a:cubicBezTo>
                        <a:pt x="1903622" y="138112"/>
                        <a:pt x="1989782" y="123267"/>
                        <a:pt x="2075899" y="123397"/>
                      </a:cubicBezTo>
                      <a:lnTo>
                        <a:pt x="2075899" y="0"/>
                      </a:lnTo>
                      <a:lnTo>
                        <a:pt x="2047248" y="0"/>
                      </a:lnTo>
                      <a:close/>
                    </a:path>
                  </a:pathLst>
                </a:custGeom>
                <a:solidFill>
                  <a:srgbClr val="D0EDFE">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7" name="Google Shape;1087;p24"/>
                <p:cNvSpPr/>
                <p:nvPr/>
              </p:nvSpPr>
              <p:spPr>
                <a:xfrm>
                  <a:off x="6500" y="1645400"/>
                  <a:ext cx="9144300" cy="73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088" name="Google Shape;1088;p24"/>
              <p:cNvGrpSpPr/>
              <p:nvPr/>
            </p:nvGrpSpPr>
            <p:grpSpPr>
              <a:xfrm>
                <a:off x="50" y="4603847"/>
                <a:ext cx="9144287" cy="539950"/>
                <a:chOff x="50" y="4603847"/>
                <a:chExt cx="9144287" cy="539950"/>
              </a:xfrm>
            </p:grpSpPr>
            <p:grpSp>
              <p:nvGrpSpPr>
                <p:cNvPr id="1089" name="Google Shape;1089;p24"/>
                <p:cNvGrpSpPr/>
                <p:nvPr/>
              </p:nvGrpSpPr>
              <p:grpSpPr>
                <a:xfrm>
                  <a:off x="50" y="4603847"/>
                  <a:ext cx="9144287" cy="539950"/>
                  <a:chOff x="50" y="4603847"/>
                  <a:chExt cx="9144287" cy="539950"/>
                </a:xfrm>
              </p:grpSpPr>
              <p:sp>
                <p:nvSpPr>
                  <p:cNvPr id="1090" name="Google Shape;1090;p24"/>
                  <p:cNvSpPr/>
                  <p:nvPr/>
                </p:nvSpPr>
                <p:spPr>
                  <a:xfrm>
                    <a:off x="50" y="4603847"/>
                    <a:ext cx="9144287" cy="539799"/>
                  </a:xfrm>
                  <a:custGeom>
                    <a:rect b="b" l="l" r="r" t="t"/>
                    <a:pathLst>
                      <a:path extrusionOk="0" h="211686" w="2075888">
                        <a:moveTo>
                          <a:pt x="0" y="0"/>
                        </a:moveTo>
                        <a:lnTo>
                          <a:pt x="2075888" y="0"/>
                        </a:lnTo>
                        <a:lnTo>
                          <a:pt x="2075888" y="211687"/>
                        </a:lnTo>
                        <a:lnTo>
                          <a:pt x="0" y="21168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1" name="Google Shape;1091;p24"/>
                  <p:cNvSpPr/>
                  <p:nvPr/>
                </p:nvSpPr>
                <p:spPr>
                  <a:xfrm>
                    <a:off x="50" y="4603997"/>
                    <a:ext cx="9144287" cy="539799"/>
                  </a:xfrm>
                  <a:custGeom>
                    <a:rect b="b" l="l" r="r" t="t"/>
                    <a:pathLst>
                      <a:path extrusionOk="0" h="211686" w="2075888">
                        <a:moveTo>
                          <a:pt x="0" y="0"/>
                        </a:moveTo>
                        <a:lnTo>
                          <a:pt x="2075888" y="0"/>
                        </a:lnTo>
                        <a:lnTo>
                          <a:pt x="2075888" y="211687"/>
                        </a:lnTo>
                        <a:lnTo>
                          <a:pt x="0" y="211687"/>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2" name="Google Shape;1092;p24"/>
                  <p:cNvSpPr/>
                  <p:nvPr/>
                </p:nvSpPr>
                <p:spPr>
                  <a:xfrm>
                    <a:off x="50" y="4655044"/>
                    <a:ext cx="9144287" cy="488713"/>
                  </a:xfrm>
                  <a:custGeom>
                    <a:rect b="b" l="l" r="r" t="t"/>
                    <a:pathLst>
                      <a:path extrusionOk="0" h="191652" w="2075888">
                        <a:moveTo>
                          <a:pt x="0" y="0"/>
                        </a:moveTo>
                        <a:lnTo>
                          <a:pt x="2075888" y="0"/>
                        </a:lnTo>
                        <a:lnTo>
                          <a:pt x="2075888" y="191652"/>
                        </a:lnTo>
                        <a:lnTo>
                          <a:pt x="0" y="191652"/>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3" name="Google Shape;1093;p24"/>
                  <p:cNvSpPr/>
                  <p:nvPr/>
                </p:nvSpPr>
                <p:spPr>
                  <a:xfrm>
                    <a:off x="50" y="4724379"/>
                    <a:ext cx="9144287" cy="419345"/>
                  </a:xfrm>
                  <a:custGeom>
                    <a:rect b="b" l="l" r="r" t="t"/>
                    <a:pathLst>
                      <a:path extrusionOk="0" h="164449" w="2075888">
                        <a:moveTo>
                          <a:pt x="0" y="0"/>
                        </a:moveTo>
                        <a:lnTo>
                          <a:pt x="2075888" y="0"/>
                        </a:lnTo>
                        <a:lnTo>
                          <a:pt x="2075888" y="164450"/>
                        </a:lnTo>
                        <a:lnTo>
                          <a:pt x="0" y="164450"/>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4" name="Google Shape;1094;p24"/>
                  <p:cNvSpPr/>
                  <p:nvPr/>
                </p:nvSpPr>
                <p:spPr>
                  <a:xfrm>
                    <a:off x="50" y="4843220"/>
                    <a:ext cx="9144287" cy="300405"/>
                  </a:xfrm>
                  <a:custGeom>
                    <a:rect b="b" l="l" r="r" t="t"/>
                    <a:pathLst>
                      <a:path extrusionOk="0" h="117806" w="2075888">
                        <a:moveTo>
                          <a:pt x="0" y="0"/>
                        </a:moveTo>
                        <a:lnTo>
                          <a:pt x="2075888" y="0"/>
                        </a:lnTo>
                        <a:lnTo>
                          <a:pt x="2075888" y="117806"/>
                        </a:lnTo>
                        <a:lnTo>
                          <a:pt x="0" y="117806"/>
                        </a:ln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95" name="Google Shape;1095;p24"/>
                <p:cNvGrpSpPr/>
                <p:nvPr/>
              </p:nvGrpSpPr>
              <p:grpSpPr>
                <a:xfrm flipH="1">
                  <a:off x="372846" y="4744852"/>
                  <a:ext cx="328964" cy="214701"/>
                  <a:chOff x="3055253" y="4744852"/>
                  <a:chExt cx="328964" cy="214701"/>
                </a:xfrm>
              </p:grpSpPr>
              <p:sp>
                <p:nvSpPr>
                  <p:cNvPr id="1096" name="Google Shape;1096;p24"/>
                  <p:cNvSpPr/>
                  <p:nvPr/>
                </p:nvSpPr>
                <p:spPr>
                  <a:xfrm>
                    <a:off x="3055253" y="4846101"/>
                    <a:ext cx="93443" cy="113022"/>
                  </a:xfrm>
                  <a:custGeom>
                    <a:rect b="b" l="l" r="r" t="t"/>
                    <a:pathLst>
                      <a:path extrusionOk="0" h="30965" w="21213">
                        <a:moveTo>
                          <a:pt x="11" y="0"/>
                        </a:moveTo>
                        <a:cubicBezTo>
                          <a:pt x="2573" y="5298"/>
                          <a:pt x="6076" y="10682"/>
                          <a:pt x="9633" y="16013"/>
                        </a:cubicBezTo>
                        <a:cubicBezTo>
                          <a:pt x="13223" y="21321"/>
                          <a:pt x="16888" y="26597"/>
                          <a:pt x="20835" y="30965"/>
                        </a:cubicBezTo>
                        <a:lnTo>
                          <a:pt x="20835" y="30965"/>
                        </a:lnTo>
                        <a:cubicBezTo>
                          <a:pt x="22035" y="25224"/>
                          <a:pt x="20359" y="17667"/>
                          <a:pt x="16218" y="11580"/>
                        </a:cubicBezTo>
                        <a:cubicBezTo>
                          <a:pt x="12142" y="5449"/>
                          <a:pt x="5774" y="1049"/>
                          <a:pt x="0" y="0"/>
                        </a:cubicBez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7" name="Google Shape;1097;p24"/>
                  <p:cNvSpPr/>
                  <p:nvPr/>
                </p:nvSpPr>
                <p:spPr>
                  <a:xfrm>
                    <a:off x="3119332" y="4744852"/>
                    <a:ext cx="66370" cy="212707"/>
                  </a:xfrm>
                  <a:custGeom>
                    <a:rect b="b" l="l" r="r" t="t"/>
                    <a:pathLst>
                      <a:path extrusionOk="0" h="58276" w="15067">
                        <a:moveTo>
                          <a:pt x="11" y="11"/>
                        </a:moveTo>
                        <a:cubicBezTo>
                          <a:pt x="227" y="9320"/>
                          <a:pt x="1373" y="19256"/>
                          <a:pt x="2357" y="29203"/>
                        </a:cubicBezTo>
                        <a:cubicBezTo>
                          <a:pt x="3384" y="39150"/>
                          <a:pt x="4238" y="49119"/>
                          <a:pt x="5882" y="58276"/>
                        </a:cubicBezTo>
                        <a:lnTo>
                          <a:pt x="5882" y="58276"/>
                        </a:lnTo>
                        <a:cubicBezTo>
                          <a:pt x="9050" y="54892"/>
                          <a:pt x="11666" y="50286"/>
                          <a:pt x="13255" y="44999"/>
                        </a:cubicBezTo>
                        <a:cubicBezTo>
                          <a:pt x="14856" y="39712"/>
                          <a:pt x="15429" y="33777"/>
                          <a:pt x="14845" y="27938"/>
                        </a:cubicBezTo>
                        <a:cubicBezTo>
                          <a:pt x="14250" y="22099"/>
                          <a:pt x="12509" y="16391"/>
                          <a:pt x="9882" y="11536"/>
                        </a:cubicBezTo>
                        <a:cubicBezTo>
                          <a:pt x="7266" y="6671"/>
                          <a:pt x="3784" y="2671"/>
                          <a:pt x="0" y="0"/>
                        </a:cubicBezTo>
                        <a:lnTo>
                          <a:pt x="0" y="0"/>
                        </a:lnTo>
                        <a:cubicBezTo>
                          <a:pt x="0" y="0"/>
                          <a:pt x="0" y="0"/>
                          <a:pt x="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8" name="Google Shape;1098;p24"/>
                  <p:cNvSpPr/>
                  <p:nvPr/>
                </p:nvSpPr>
                <p:spPr>
                  <a:xfrm>
                    <a:off x="3155134" y="4847812"/>
                    <a:ext cx="229082" cy="111741"/>
                  </a:xfrm>
                  <a:custGeom>
                    <a:rect b="b" l="l" r="r" t="t"/>
                    <a:pathLst>
                      <a:path extrusionOk="0" h="30614" w="52005">
                        <a:moveTo>
                          <a:pt x="52005" y="3174"/>
                        </a:moveTo>
                        <a:cubicBezTo>
                          <a:pt x="47821" y="990"/>
                          <a:pt x="42448" y="-200"/>
                          <a:pt x="36717" y="28"/>
                        </a:cubicBezTo>
                        <a:cubicBezTo>
                          <a:pt x="30998" y="233"/>
                          <a:pt x="24965" y="1855"/>
                          <a:pt x="19570" y="4699"/>
                        </a:cubicBezTo>
                        <a:cubicBezTo>
                          <a:pt x="14175" y="7553"/>
                          <a:pt x="9439" y="11618"/>
                          <a:pt x="6033" y="16224"/>
                        </a:cubicBezTo>
                        <a:cubicBezTo>
                          <a:pt x="2616" y="20819"/>
                          <a:pt x="562" y="25933"/>
                          <a:pt x="0" y="30614"/>
                        </a:cubicBezTo>
                        <a:lnTo>
                          <a:pt x="0" y="30614"/>
                        </a:lnTo>
                        <a:cubicBezTo>
                          <a:pt x="8239" y="25879"/>
                          <a:pt x="16715" y="20668"/>
                          <a:pt x="25548" y="16029"/>
                        </a:cubicBezTo>
                        <a:cubicBezTo>
                          <a:pt x="34360" y="11358"/>
                          <a:pt x="43453" y="7304"/>
                          <a:pt x="52005" y="3174"/>
                        </a:cubicBezTo>
                        <a:lnTo>
                          <a:pt x="52005" y="31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99" name="Google Shape;1099;p24"/>
                <p:cNvGrpSpPr/>
                <p:nvPr/>
              </p:nvGrpSpPr>
              <p:grpSpPr>
                <a:xfrm flipH="1">
                  <a:off x="140521" y="4794745"/>
                  <a:ext cx="181242" cy="177466"/>
                  <a:chOff x="3435299" y="4794745"/>
                  <a:chExt cx="181242" cy="177466"/>
                </a:xfrm>
              </p:grpSpPr>
              <p:sp>
                <p:nvSpPr>
                  <p:cNvPr id="1100" name="Google Shape;1100;p24"/>
                  <p:cNvSpPr/>
                  <p:nvPr/>
                </p:nvSpPr>
                <p:spPr>
                  <a:xfrm>
                    <a:off x="3435299" y="4796402"/>
                    <a:ext cx="137643" cy="175810"/>
                  </a:xfrm>
                  <a:custGeom>
                    <a:rect b="b" l="l" r="r" t="t"/>
                    <a:pathLst>
                      <a:path extrusionOk="0" h="48167" w="31247">
                        <a:moveTo>
                          <a:pt x="0" y="11"/>
                        </a:moveTo>
                        <a:cubicBezTo>
                          <a:pt x="3589" y="8239"/>
                          <a:pt x="8682" y="16661"/>
                          <a:pt x="13926" y="24954"/>
                        </a:cubicBezTo>
                        <a:cubicBezTo>
                          <a:pt x="19202" y="33225"/>
                          <a:pt x="24651" y="41410"/>
                          <a:pt x="30576" y="48167"/>
                        </a:cubicBezTo>
                        <a:lnTo>
                          <a:pt x="30576" y="48167"/>
                        </a:lnTo>
                        <a:cubicBezTo>
                          <a:pt x="31517" y="43788"/>
                          <a:pt x="31484" y="38729"/>
                          <a:pt x="30381" y="33571"/>
                        </a:cubicBezTo>
                        <a:cubicBezTo>
                          <a:pt x="29300" y="28414"/>
                          <a:pt x="27149" y="23170"/>
                          <a:pt x="24164" y="18456"/>
                        </a:cubicBezTo>
                        <a:cubicBezTo>
                          <a:pt x="21170" y="13742"/>
                          <a:pt x="17342" y="9569"/>
                          <a:pt x="13136" y="6390"/>
                        </a:cubicBezTo>
                        <a:cubicBezTo>
                          <a:pt x="8931" y="3200"/>
                          <a:pt x="4368" y="1016"/>
                          <a:pt x="11" y="0"/>
                        </a:cubicBezTo>
                        <a:lnTo>
                          <a:pt x="11"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1" name="Google Shape;1101;p24"/>
                  <p:cNvSpPr/>
                  <p:nvPr/>
                </p:nvSpPr>
                <p:spPr>
                  <a:xfrm>
                    <a:off x="3566765" y="4794745"/>
                    <a:ext cx="49776" cy="173915"/>
                  </a:xfrm>
                  <a:custGeom>
                    <a:rect b="b" l="l" r="r" t="t"/>
                    <a:pathLst>
                      <a:path extrusionOk="0" h="47648" w="11300">
                        <a:moveTo>
                          <a:pt x="1054" y="0"/>
                        </a:moveTo>
                        <a:cubicBezTo>
                          <a:pt x="1822" y="7579"/>
                          <a:pt x="1552" y="15213"/>
                          <a:pt x="925" y="23278"/>
                        </a:cubicBezTo>
                        <a:cubicBezTo>
                          <a:pt x="308" y="31301"/>
                          <a:pt x="-665" y="40102"/>
                          <a:pt x="665" y="47648"/>
                        </a:cubicBezTo>
                        <a:lnTo>
                          <a:pt x="665" y="47648"/>
                        </a:lnTo>
                        <a:cubicBezTo>
                          <a:pt x="3282" y="44891"/>
                          <a:pt x="5671" y="41496"/>
                          <a:pt x="7563" y="37506"/>
                        </a:cubicBezTo>
                        <a:cubicBezTo>
                          <a:pt x="9444" y="33528"/>
                          <a:pt x="10817" y="28922"/>
                          <a:pt x="11196" y="24078"/>
                        </a:cubicBezTo>
                        <a:cubicBezTo>
                          <a:pt x="11585" y="19213"/>
                          <a:pt x="10893" y="14174"/>
                          <a:pt x="9077" y="9839"/>
                        </a:cubicBezTo>
                        <a:cubicBezTo>
                          <a:pt x="7293" y="5493"/>
                          <a:pt x="4330" y="1935"/>
                          <a:pt x="1054" y="0"/>
                        </a:cubicBezTo>
                        <a:lnTo>
                          <a:pt x="1054"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1102" name="Google Shape;1102;p24"/>
            <p:cNvSpPr/>
            <p:nvPr/>
          </p:nvSpPr>
          <p:spPr>
            <a:xfrm flipH="1">
              <a:off x="-313410" y="3352753"/>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3" name="Google Shape;1103;p24"/>
            <p:cNvSpPr/>
            <p:nvPr/>
          </p:nvSpPr>
          <p:spPr>
            <a:xfrm flipH="1">
              <a:off x="8430765" y="368628"/>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indent="-304800" lvl="1" marL="9144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indent="-304800" lvl="2" marL="13716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indent="-304800" lvl="3" marL="1828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indent="-304800" lvl="4" marL="22860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indent="-304800" lvl="5" marL="27432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indent="-304800" lvl="6" marL="32004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indent="-304800" lvl="7" marL="36576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indent="-304800" lvl="8" marL="4114800">
              <a:lnSpc>
                <a:spcPct val="100000"/>
              </a:lnSpc>
              <a:spcBef>
                <a:spcPts val="1600"/>
              </a:spcBef>
              <a:spcAft>
                <a:spcPts val="160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pgatour.com/stat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doi.org/10.1287/inte.1120.0626" TargetMode="External"/><Relationship Id="rId4" Type="http://schemas.openxmlformats.org/officeDocument/2006/relationships/hyperlink" Target="https://cran.r-project.org/web/packages/GlmSimulatoR/vignettes/dealing_with_right_skewed_data.html" TargetMode="External"/><Relationship Id="rId5" Type="http://schemas.openxmlformats.org/officeDocument/2006/relationships/hyperlink" Target="https://www.pgatour.com/stats" TargetMode="External"/><Relationship Id="rId6" Type="http://schemas.openxmlformats.org/officeDocument/2006/relationships/hyperlink" Target="https://www.css.cornell.edu/faculty/dgr2/_static/files/R_html/Transformations.html" TargetMode="External"/><Relationship Id="rId7" Type="http://schemas.openxmlformats.org/officeDocument/2006/relationships/hyperlink" Target="https://nycdatascience.com/blog/r/validating-strokes-gained-method-measuring-pga-tour-player-succes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07" name="Shape 1107"/>
        <p:cNvGrpSpPr/>
        <p:nvPr/>
      </p:nvGrpSpPr>
      <p:grpSpPr>
        <a:xfrm>
          <a:off x="0" y="0"/>
          <a:ext cx="0" cy="0"/>
          <a:chOff x="0" y="0"/>
          <a:chExt cx="0" cy="0"/>
        </a:xfrm>
      </p:grpSpPr>
      <p:sp>
        <p:nvSpPr>
          <p:cNvPr id="1108" name="Google Shape;1108;p25"/>
          <p:cNvSpPr txBox="1"/>
          <p:nvPr>
            <p:ph type="ctrTitle"/>
          </p:nvPr>
        </p:nvSpPr>
        <p:spPr>
          <a:xfrm>
            <a:off x="713225" y="748748"/>
            <a:ext cx="5337300" cy="201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100"/>
              <a:t>Predicting and Explaining FedEx Cup Standings: </a:t>
            </a:r>
            <a:endParaRPr sz="3100"/>
          </a:p>
          <a:p>
            <a:pPr indent="0" lvl="0" marL="0" rtl="0" algn="l">
              <a:spcBef>
                <a:spcPts val="0"/>
              </a:spcBef>
              <a:spcAft>
                <a:spcPts val="0"/>
              </a:spcAft>
              <a:buNone/>
            </a:pPr>
            <a:r>
              <a:rPr lang="en" sz="1900">
                <a:latin typeface="Open Sans"/>
                <a:ea typeface="Open Sans"/>
                <a:cs typeface="Open Sans"/>
                <a:sym typeface="Open Sans"/>
              </a:rPr>
              <a:t>Comparing Traditional Rate Statistics to Newer Strokes Gained Metrics</a:t>
            </a:r>
            <a:endParaRPr sz="1900">
              <a:latin typeface="Open Sans"/>
              <a:ea typeface="Open Sans"/>
              <a:cs typeface="Open Sans"/>
              <a:sym typeface="Open Sans"/>
            </a:endParaRPr>
          </a:p>
        </p:txBody>
      </p:sp>
      <p:sp>
        <p:nvSpPr>
          <p:cNvPr id="1109" name="Google Shape;1109;p25"/>
          <p:cNvSpPr txBox="1"/>
          <p:nvPr>
            <p:ph idx="1" type="subTitle"/>
          </p:nvPr>
        </p:nvSpPr>
        <p:spPr>
          <a:xfrm>
            <a:off x="713225" y="2777423"/>
            <a:ext cx="4039800" cy="41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400"/>
              <a:t>Jess Erben, Quinn Hungerford, Allison Nguyen</a:t>
            </a:r>
            <a:endParaRPr i="1" sz="1400"/>
          </a:p>
        </p:txBody>
      </p:sp>
      <p:grpSp>
        <p:nvGrpSpPr>
          <p:cNvPr id="1110" name="Google Shape;1110;p25"/>
          <p:cNvGrpSpPr/>
          <p:nvPr/>
        </p:nvGrpSpPr>
        <p:grpSpPr>
          <a:xfrm>
            <a:off x="5647290" y="2083809"/>
            <a:ext cx="3235943" cy="3059930"/>
            <a:chOff x="407554" y="1163386"/>
            <a:chExt cx="1795452" cy="1697792"/>
          </a:xfrm>
        </p:grpSpPr>
        <p:grpSp>
          <p:nvGrpSpPr>
            <p:cNvPr id="1111" name="Google Shape;1111;p25"/>
            <p:cNvGrpSpPr/>
            <p:nvPr/>
          </p:nvGrpSpPr>
          <p:grpSpPr>
            <a:xfrm>
              <a:off x="407554" y="1163386"/>
              <a:ext cx="829483" cy="1410891"/>
              <a:chOff x="407554" y="1163386"/>
              <a:chExt cx="829483" cy="1410891"/>
            </a:xfrm>
          </p:grpSpPr>
          <p:sp>
            <p:nvSpPr>
              <p:cNvPr id="1112" name="Google Shape;1112;p25"/>
              <p:cNvSpPr/>
              <p:nvPr/>
            </p:nvSpPr>
            <p:spPr>
              <a:xfrm>
                <a:off x="407554" y="1231925"/>
                <a:ext cx="829483" cy="1342352"/>
              </a:xfrm>
              <a:custGeom>
                <a:rect b="b" l="l" r="r" t="t"/>
                <a:pathLst>
                  <a:path extrusionOk="0" h="596601" w="368659">
                    <a:moveTo>
                      <a:pt x="368659" y="596602"/>
                    </a:moveTo>
                    <a:cubicBezTo>
                      <a:pt x="308459" y="569940"/>
                      <a:pt x="252074" y="534239"/>
                      <a:pt x="201334" y="491769"/>
                    </a:cubicBezTo>
                    <a:cubicBezTo>
                      <a:pt x="175872" y="470621"/>
                      <a:pt x="152032" y="447516"/>
                      <a:pt x="129586" y="423146"/>
                    </a:cubicBezTo>
                    <a:cubicBezTo>
                      <a:pt x="107216" y="398690"/>
                      <a:pt x="86641" y="372633"/>
                      <a:pt x="67547" y="345484"/>
                    </a:cubicBezTo>
                    <a:cubicBezTo>
                      <a:pt x="48810" y="318097"/>
                      <a:pt x="32020" y="289046"/>
                      <a:pt x="19672" y="257897"/>
                    </a:cubicBezTo>
                    <a:cubicBezTo>
                      <a:pt x="7487" y="226780"/>
                      <a:pt x="-232" y="193458"/>
                      <a:pt x="5" y="159703"/>
                    </a:cubicBezTo>
                    <a:cubicBezTo>
                      <a:pt x="427" y="125959"/>
                      <a:pt x="9606" y="92507"/>
                      <a:pt x="26581" y="63639"/>
                    </a:cubicBezTo>
                    <a:cubicBezTo>
                      <a:pt x="35165" y="49281"/>
                      <a:pt x="45718" y="36069"/>
                      <a:pt x="58270" y="25105"/>
                    </a:cubicBezTo>
                    <a:cubicBezTo>
                      <a:pt x="64541" y="19634"/>
                      <a:pt x="71277" y="14704"/>
                      <a:pt x="78392" y="10466"/>
                    </a:cubicBezTo>
                    <a:cubicBezTo>
                      <a:pt x="85539" y="6260"/>
                      <a:pt x="93052" y="2746"/>
                      <a:pt x="100804" y="0"/>
                    </a:cubicBezTo>
                    <a:cubicBezTo>
                      <a:pt x="93291" y="3352"/>
                      <a:pt x="86123" y="7417"/>
                      <a:pt x="79430" y="12088"/>
                    </a:cubicBezTo>
                    <a:cubicBezTo>
                      <a:pt x="72715" y="16726"/>
                      <a:pt x="66433" y="21970"/>
                      <a:pt x="60682" y="27700"/>
                    </a:cubicBezTo>
                    <a:cubicBezTo>
                      <a:pt x="49156" y="39150"/>
                      <a:pt x="39555" y="52416"/>
                      <a:pt x="32051" y="66720"/>
                    </a:cubicBezTo>
                    <a:cubicBezTo>
                      <a:pt x="24473" y="80981"/>
                      <a:pt x="18850" y="96248"/>
                      <a:pt x="15196" y="111914"/>
                    </a:cubicBezTo>
                    <a:cubicBezTo>
                      <a:pt x="11552" y="127581"/>
                      <a:pt x="9671" y="143658"/>
                      <a:pt x="9984" y="159670"/>
                    </a:cubicBezTo>
                    <a:cubicBezTo>
                      <a:pt x="10514" y="175683"/>
                      <a:pt x="12558" y="191717"/>
                      <a:pt x="16126" y="207394"/>
                    </a:cubicBezTo>
                    <a:cubicBezTo>
                      <a:pt x="19694" y="223082"/>
                      <a:pt x="24753" y="238446"/>
                      <a:pt x="30906" y="253367"/>
                    </a:cubicBezTo>
                    <a:cubicBezTo>
                      <a:pt x="43145" y="283272"/>
                      <a:pt x="59525" y="311491"/>
                      <a:pt x="78068" y="338229"/>
                    </a:cubicBezTo>
                    <a:lnTo>
                      <a:pt x="85052" y="348241"/>
                    </a:lnTo>
                    <a:cubicBezTo>
                      <a:pt x="87398" y="351560"/>
                      <a:pt x="89874" y="354815"/>
                      <a:pt x="92285" y="358102"/>
                    </a:cubicBezTo>
                    <a:lnTo>
                      <a:pt x="99551" y="367940"/>
                    </a:lnTo>
                    <a:lnTo>
                      <a:pt x="107097" y="377563"/>
                    </a:lnTo>
                    <a:lnTo>
                      <a:pt x="114666" y="387164"/>
                    </a:lnTo>
                    <a:lnTo>
                      <a:pt x="122526" y="396538"/>
                    </a:lnTo>
                    <a:cubicBezTo>
                      <a:pt x="125153" y="399652"/>
                      <a:pt x="127749" y="402798"/>
                      <a:pt x="130408" y="405890"/>
                    </a:cubicBezTo>
                    <a:lnTo>
                      <a:pt x="138517" y="415048"/>
                    </a:lnTo>
                    <a:cubicBezTo>
                      <a:pt x="160108" y="439515"/>
                      <a:pt x="183408" y="462458"/>
                      <a:pt x="207778" y="484223"/>
                    </a:cubicBezTo>
                    <a:cubicBezTo>
                      <a:pt x="256691" y="527578"/>
                      <a:pt x="310783" y="565193"/>
                      <a:pt x="368616" y="596602"/>
                    </a:cubicBezTo>
                    <a:close/>
                  </a:path>
                </a:pathLst>
              </a:custGeom>
              <a:solidFill>
                <a:srgbClr val="FFFFFF">
                  <a:alpha val="5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13" name="Google Shape;1113;p25"/>
              <p:cNvGrpSpPr/>
              <p:nvPr/>
            </p:nvGrpSpPr>
            <p:grpSpPr>
              <a:xfrm>
                <a:off x="671743" y="1163386"/>
                <a:ext cx="98545" cy="63385"/>
                <a:chOff x="671743" y="1163386"/>
                <a:chExt cx="98545" cy="63385"/>
              </a:xfrm>
            </p:grpSpPr>
            <p:sp>
              <p:nvSpPr>
                <p:cNvPr id="1114" name="Google Shape;1114;p25"/>
                <p:cNvSpPr/>
                <p:nvPr/>
              </p:nvSpPr>
              <p:spPr>
                <a:xfrm>
                  <a:off x="671743" y="1181124"/>
                  <a:ext cx="68198" cy="45184"/>
                </a:xfrm>
                <a:custGeom>
                  <a:rect b="b" l="l" r="r" t="t"/>
                  <a:pathLst>
                    <a:path extrusionOk="0" h="20082" w="30310">
                      <a:moveTo>
                        <a:pt x="29946" y="3916"/>
                      </a:moveTo>
                      <a:cubicBezTo>
                        <a:pt x="31762" y="8306"/>
                        <a:pt x="26616" y="14609"/>
                        <a:pt x="18453" y="17993"/>
                      </a:cubicBezTo>
                      <a:cubicBezTo>
                        <a:pt x="10279" y="21378"/>
                        <a:pt x="2192" y="20567"/>
                        <a:pt x="365" y="16166"/>
                      </a:cubicBezTo>
                      <a:cubicBezTo>
                        <a:pt x="-1452" y="11777"/>
                        <a:pt x="3695" y="5473"/>
                        <a:pt x="11858" y="2089"/>
                      </a:cubicBezTo>
                      <a:cubicBezTo>
                        <a:pt x="20032" y="-1295"/>
                        <a:pt x="28119" y="-484"/>
                        <a:pt x="29946" y="3916"/>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5" name="Google Shape;1115;p25"/>
                <p:cNvSpPr/>
                <p:nvPr/>
              </p:nvSpPr>
              <p:spPr>
                <a:xfrm>
                  <a:off x="683498" y="1176257"/>
                  <a:ext cx="68198" cy="45184"/>
                </a:xfrm>
                <a:custGeom>
                  <a:rect b="b" l="l" r="r" t="t"/>
                  <a:pathLst>
                    <a:path extrusionOk="0" h="20082" w="30310">
                      <a:moveTo>
                        <a:pt x="29946" y="3916"/>
                      </a:moveTo>
                      <a:cubicBezTo>
                        <a:pt x="31762" y="8306"/>
                        <a:pt x="26616" y="14609"/>
                        <a:pt x="18452" y="17993"/>
                      </a:cubicBezTo>
                      <a:cubicBezTo>
                        <a:pt x="10279" y="21378"/>
                        <a:pt x="2192" y="20567"/>
                        <a:pt x="365" y="16166"/>
                      </a:cubicBezTo>
                      <a:cubicBezTo>
                        <a:pt x="-1452" y="11777"/>
                        <a:pt x="3695" y="5473"/>
                        <a:pt x="11858" y="2089"/>
                      </a:cubicBezTo>
                      <a:cubicBezTo>
                        <a:pt x="20032" y="-1295"/>
                        <a:pt x="28119" y="-484"/>
                        <a:pt x="29946" y="3916"/>
                      </a:cubicBezTo>
                      <a:close/>
                    </a:path>
                  </a:pathLst>
                </a:custGeom>
                <a:solidFill>
                  <a:srgbClr val="FFFFFF">
                    <a:alpha val="5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6" name="Google Shape;1116;p25"/>
                <p:cNvSpPr/>
                <p:nvPr/>
              </p:nvSpPr>
              <p:spPr>
                <a:xfrm rot="-1346335">
                  <a:off x="693465" y="1175688"/>
                  <a:ext cx="72153" cy="38780"/>
                </a:xfrm>
                <a:custGeom>
                  <a:rect b="b" l="l" r="r" t="t"/>
                  <a:pathLst>
                    <a:path extrusionOk="0" h="17212" w="32024">
                      <a:moveTo>
                        <a:pt x="32025" y="8607"/>
                      </a:moveTo>
                      <a:cubicBezTo>
                        <a:pt x="32025" y="13360"/>
                        <a:pt x="24855" y="17213"/>
                        <a:pt x="16013" y="17213"/>
                      </a:cubicBezTo>
                      <a:cubicBezTo>
                        <a:pt x="7169" y="17213"/>
                        <a:pt x="1" y="13360"/>
                        <a:pt x="1" y="8607"/>
                      </a:cubicBezTo>
                      <a:cubicBezTo>
                        <a:pt x="1" y="3853"/>
                        <a:pt x="7170" y="0"/>
                        <a:pt x="16013" y="0"/>
                      </a:cubicBezTo>
                      <a:cubicBezTo>
                        <a:pt x="24856" y="0"/>
                        <a:pt x="32025" y="3853"/>
                        <a:pt x="32025" y="860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117" name="Google Shape;1117;p25"/>
            <p:cNvSpPr/>
            <p:nvPr/>
          </p:nvSpPr>
          <p:spPr>
            <a:xfrm>
              <a:off x="1593849" y="1312218"/>
              <a:ext cx="269174" cy="198214"/>
            </a:xfrm>
            <a:custGeom>
              <a:rect b="b" l="l" r="r" t="t"/>
              <a:pathLst>
                <a:path extrusionOk="0" h="88095" w="119633">
                  <a:moveTo>
                    <a:pt x="0" y="78787"/>
                  </a:moveTo>
                  <a:lnTo>
                    <a:pt x="112195" y="0"/>
                  </a:lnTo>
                  <a:cubicBezTo>
                    <a:pt x="115817" y="1546"/>
                    <a:pt x="118661" y="4855"/>
                    <a:pt x="119633" y="8671"/>
                  </a:cubicBezTo>
                  <a:lnTo>
                    <a:pt x="6530" y="88095"/>
                  </a:lnTo>
                  <a:lnTo>
                    <a:pt x="0" y="78787"/>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8" name="Google Shape;1118;p25"/>
            <p:cNvSpPr/>
            <p:nvPr/>
          </p:nvSpPr>
          <p:spPr>
            <a:xfrm>
              <a:off x="1312810" y="1635685"/>
              <a:ext cx="50306" cy="76306"/>
            </a:xfrm>
            <a:custGeom>
              <a:rect b="b" l="l" r="r" t="t"/>
              <a:pathLst>
                <a:path extrusionOk="0" h="33914" w="22358">
                  <a:moveTo>
                    <a:pt x="0" y="5751"/>
                  </a:moveTo>
                  <a:cubicBezTo>
                    <a:pt x="87" y="7686"/>
                    <a:pt x="866" y="9513"/>
                    <a:pt x="1655" y="11276"/>
                  </a:cubicBezTo>
                  <a:cubicBezTo>
                    <a:pt x="5277" y="19428"/>
                    <a:pt x="9515" y="27840"/>
                    <a:pt x="16921" y="32824"/>
                  </a:cubicBezTo>
                  <a:cubicBezTo>
                    <a:pt x="18035" y="33570"/>
                    <a:pt x="19440" y="34262"/>
                    <a:pt x="20684" y="33722"/>
                  </a:cubicBezTo>
                  <a:cubicBezTo>
                    <a:pt x="22294" y="33029"/>
                    <a:pt x="22478" y="30835"/>
                    <a:pt x="22306" y="29094"/>
                  </a:cubicBezTo>
                  <a:cubicBezTo>
                    <a:pt x="21483" y="20844"/>
                    <a:pt x="18099" y="13038"/>
                    <a:pt x="12889" y="6616"/>
                  </a:cubicBezTo>
                  <a:cubicBezTo>
                    <a:pt x="11255" y="4605"/>
                    <a:pt x="9353" y="1026"/>
                    <a:pt x="6715" y="237"/>
                  </a:cubicBezTo>
                  <a:cubicBezTo>
                    <a:pt x="3017" y="-877"/>
                    <a:pt x="-151" y="2097"/>
                    <a:pt x="12" y="5751"/>
                  </a:cubicBezTo>
                  <a:close/>
                </a:path>
              </a:pathLst>
            </a:custGeom>
            <a:solidFill>
              <a:srgbClr val="CD817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9" name="Google Shape;1119;p25"/>
            <p:cNvSpPr/>
            <p:nvPr/>
          </p:nvSpPr>
          <p:spPr>
            <a:xfrm>
              <a:off x="1528977" y="1578282"/>
              <a:ext cx="22381" cy="81241"/>
            </a:xfrm>
            <a:custGeom>
              <a:rect b="b" l="l" r="r" t="t"/>
              <a:pathLst>
                <a:path extrusionOk="0" h="36107" w="9947">
                  <a:moveTo>
                    <a:pt x="8178" y="5270"/>
                  </a:moveTo>
                  <a:cubicBezTo>
                    <a:pt x="11032" y="14633"/>
                    <a:pt x="10416" y="25002"/>
                    <a:pt x="6458" y="33954"/>
                  </a:cubicBezTo>
                  <a:cubicBezTo>
                    <a:pt x="5940" y="35143"/>
                    <a:pt x="4816" y="36527"/>
                    <a:pt x="3637" y="35987"/>
                  </a:cubicBezTo>
                  <a:cubicBezTo>
                    <a:pt x="2945" y="35673"/>
                    <a:pt x="2686" y="34841"/>
                    <a:pt x="2513" y="34106"/>
                  </a:cubicBezTo>
                  <a:cubicBezTo>
                    <a:pt x="448" y="25413"/>
                    <a:pt x="-256" y="16547"/>
                    <a:pt x="80" y="7638"/>
                  </a:cubicBezTo>
                  <a:cubicBezTo>
                    <a:pt x="156" y="5540"/>
                    <a:pt x="-547" y="2026"/>
                    <a:pt x="1475" y="653"/>
                  </a:cubicBezTo>
                  <a:cubicBezTo>
                    <a:pt x="4869" y="-1639"/>
                    <a:pt x="7378" y="2632"/>
                    <a:pt x="8189" y="5270"/>
                  </a:cubicBezTo>
                  <a:close/>
                </a:path>
              </a:pathLst>
            </a:custGeom>
            <a:solidFill>
              <a:srgbClr val="CD817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0" name="Google Shape;1120;p25"/>
            <p:cNvSpPr/>
            <p:nvPr/>
          </p:nvSpPr>
          <p:spPr>
            <a:xfrm>
              <a:off x="1328048" y="1568386"/>
              <a:ext cx="253580" cy="235265"/>
            </a:xfrm>
            <a:custGeom>
              <a:rect b="b" l="l" r="r" t="t"/>
              <a:pathLst>
                <a:path extrusionOk="0" h="104562" w="112702">
                  <a:moveTo>
                    <a:pt x="112703" y="84052"/>
                  </a:moveTo>
                  <a:cubicBezTo>
                    <a:pt x="101393" y="56038"/>
                    <a:pt x="90084" y="28014"/>
                    <a:pt x="78775" y="0"/>
                  </a:cubicBezTo>
                  <a:cubicBezTo>
                    <a:pt x="52156" y="4552"/>
                    <a:pt x="26619" y="8736"/>
                    <a:pt x="0" y="13288"/>
                  </a:cubicBezTo>
                  <a:cubicBezTo>
                    <a:pt x="2357" y="38426"/>
                    <a:pt x="11677" y="63401"/>
                    <a:pt x="27061" y="83425"/>
                  </a:cubicBezTo>
                  <a:lnTo>
                    <a:pt x="32013" y="104562"/>
                  </a:lnTo>
                  <a:lnTo>
                    <a:pt x="112703" y="84052"/>
                  </a:lnTo>
                  <a:close/>
                </a:path>
              </a:pathLst>
            </a:custGeom>
            <a:solidFill>
              <a:srgbClr val="EBAE9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1" name="Google Shape;1121;p25"/>
            <p:cNvSpPr/>
            <p:nvPr/>
          </p:nvSpPr>
          <p:spPr>
            <a:xfrm>
              <a:off x="1317582" y="1563046"/>
              <a:ext cx="219352" cy="144947"/>
            </a:xfrm>
            <a:custGeom>
              <a:rect b="b" l="l" r="r" t="t"/>
              <a:pathLst>
                <a:path extrusionOk="0" h="64421" w="97490">
                  <a:moveTo>
                    <a:pt x="94463" y="739"/>
                  </a:moveTo>
                  <a:cubicBezTo>
                    <a:pt x="98874" y="15184"/>
                    <a:pt x="98453" y="31055"/>
                    <a:pt x="93274" y="45230"/>
                  </a:cubicBezTo>
                  <a:cubicBezTo>
                    <a:pt x="93004" y="43997"/>
                    <a:pt x="92539" y="42732"/>
                    <a:pt x="92269" y="41500"/>
                  </a:cubicBezTo>
                  <a:cubicBezTo>
                    <a:pt x="89457" y="50020"/>
                    <a:pt x="83435" y="57945"/>
                    <a:pt x="76602" y="63751"/>
                  </a:cubicBezTo>
                  <a:cubicBezTo>
                    <a:pt x="68698" y="63318"/>
                    <a:pt x="61130" y="62475"/>
                    <a:pt x="53507" y="60367"/>
                  </a:cubicBezTo>
                  <a:cubicBezTo>
                    <a:pt x="54297" y="62172"/>
                    <a:pt x="55713" y="63502"/>
                    <a:pt x="57465" y="64421"/>
                  </a:cubicBezTo>
                  <a:cubicBezTo>
                    <a:pt x="34619" y="59404"/>
                    <a:pt x="15179" y="47262"/>
                    <a:pt x="0" y="29466"/>
                  </a:cubicBezTo>
                  <a:cubicBezTo>
                    <a:pt x="13287" y="14967"/>
                    <a:pt x="31819" y="4523"/>
                    <a:pt x="51378" y="2469"/>
                  </a:cubicBezTo>
                  <a:cubicBezTo>
                    <a:pt x="64730" y="1074"/>
                    <a:pt x="81175" y="-1175"/>
                    <a:pt x="94474" y="739"/>
                  </a:cubicBezTo>
                  <a:close/>
                </a:path>
              </a:pathLst>
            </a:custGeom>
            <a:solidFill>
              <a:srgbClr val="5C3F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2" name="Google Shape;1122;p25"/>
            <p:cNvSpPr/>
            <p:nvPr/>
          </p:nvSpPr>
          <p:spPr>
            <a:xfrm>
              <a:off x="1330985" y="1453351"/>
              <a:ext cx="198513" cy="125629"/>
            </a:xfrm>
            <a:custGeom>
              <a:rect b="b" l="l" r="r" t="t"/>
              <a:pathLst>
                <a:path extrusionOk="0" h="55835" w="88228">
                  <a:moveTo>
                    <a:pt x="41413" y="55620"/>
                  </a:moveTo>
                  <a:cubicBezTo>
                    <a:pt x="33314" y="54982"/>
                    <a:pt x="25184" y="53025"/>
                    <a:pt x="18264" y="48776"/>
                  </a:cubicBezTo>
                  <a:cubicBezTo>
                    <a:pt x="6641" y="41651"/>
                    <a:pt x="-354" y="27909"/>
                    <a:pt x="14" y="14351"/>
                  </a:cubicBezTo>
                  <a:cubicBezTo>
                    <a:pt x="3647" y="10880"/>
                    <a:pt x="7917" y="7983"/>
                    <a:pt x="12772" y="5917"/>
                  </a:cubicBezTo>
                  <a:cubicBezTo>
                    <a:pt x="16188" y="4458"/>
                    <a:pt x="19713" y="3258"/>
                    <a:pt x="23313" y="2328"/>
                  </a:cubicBezTo>
                  <a:cubicBezTo>
                    <a:pt x="28730" y="922"/>
                    <a:pt x="34363" y="166"/>
                    <a:pt x="40028" y="14"/>
                  </a:cubicBezTo>
                  <a:cubicBezTo>
                    <a:pt x="59015" y="-472"/>
                    <a:pt x="76075" y="11626"/>
                    <a:pt x="82736" y="29412"/>
                  </a:cubicBezTo>
                  <a:cubicBezTo>
                    <a:pt x="84574" y="34320"/>
                    <a:pt x="86401" y="39294"/>
                    <a:pt x="88228" y="44246"/>
                  </a:cubicBezTo>
                  <a:cubicBezTo>
                    <a:pt x="74281" y="52722"/>
                    <a:pt x="57707" y="56885"/>
                    <a:pt x="41423" y="5560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3" name="Google Shape;1123;p25"/>
            <p:cNvSpPr/>
            <p:nvPr/>
          </p:nvSpPr>
          <p:spPr>
            <a:xfrm>
              <a:off x="1300031" y="1485657"/>
              <a:ext cx="235849" cy="150518"/>
            </a:xfrm>
            <a:custGeom>
              <a:rect b="b" l="l" r="r" t="t"/>
              <a:pathLst>
                <a:path extrusionOk="0" h="66897" w="104822">
                  <a:moveTo>
                    <a:pt x="13765" y="0"/>
                  </a:moveTo>
                  <a:cubicBezTo>
                    <a:pt x="13398" y="13558"/>
                    <a:pt x="20393" y="27300"/>
                    <a:pt x="32015" y="34425"/>
                  </a:cubicBezTo>
                  <a:cubicBezTo>
                    <a:pt x="38935" y="38674"/>
                    <a:pt x="47066" y="40631"/>
                    <a:pt x="55164" y="41269"/>
                  </a:cubicBezTo>
                  <a:cubicBezTo>
                    <a:pt x="71446" y="42545"/>
                    <a:pt x="88021" y="38371"/>
                    <a:pt x="101969" y="29906"/>
                  </a:cubicBezTo>
                  <a:cubicBezTo>
                    <a:pt x="102920" y="32479"/>
                    <a:pt x="103882" y="35009"/>
                    <a:pt x="104823" y="37615"/>
                  </a:cubicBezTo>
                  <a:cubicBezTo>
                    <a:pt x="94076" y="51908"/>
                    <a:pt x="77112" y="60601"/>
                    <a:pt x="59619" y="64309"/>
                  </a:cubicBezTo>
                  <a:cubicBezTo>
                    <a:pt x="42125" y="68018"/>
                    <a:pt x="23993" y="67164"/>
                    <a:pt x="6197" y="65326"/>
                  </a:cubicBezTo>
                  <a:cubicBezTo>
                    <a:pt x="5192" y="58493"/>
                    <a:pt x="3418" y="51443"/>
                    <a:pt x="1537" y="44351"/>
                  </a:cubicBezTo>
                  <a:cubicBezTo>
                    <a:pt x="-2777" y="28122"/>
                    <a:pt x="2207" y="11061"/>
                    <a:pt x="13765" y="22"/>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4" name="Google Shape;1124;p25"/>
            <p:cNvSpPr/>
            <p:nvPr/>
          </p:nvSpPr>
          <p:spPr>
            <a:xfrm>
              <a:off x="1360281" y="1457145"/>
              <a:ext cx="20533" cy="10336"/>
            </a:xfrm>
            <a:custGeom>
              <a:rect b="b" l="l" r="r" t="t"/>
              <a:pathLst>
                <a:path extrusionOk="0" h="4594" w="9126">
                  <a:moveTo>
                    <a:pt x="38" y="3779"/>
                  </a:moveTo>
                  <a:cubicBezTo>
                    <a:pt x="352" y="4751"/>
                    <a:pt x="2634" y="4871"/>
                    <a:pt x="5142" y="4049"/>
                  </a:cubicBezTo>
                  <a:cubicBezTo>
                    <a:pt x="7639" y="3227"/>
                    <a:pt x="9413" y="1789"/>
                    <a:pt x="9088" y="816"/>
                  </a:cubicBezTo>
                  <a:cubicBezTo>
                    <a:pt x="8774" y="-157"/>
                    <a:pt x="6494" y="-276"/>
                    <a:pt x="3985" y="546"/>
                  </a:cubicBezTo>
                  <a:cubicBezTo>
                    <a:pt x="1488" y="1367"/>
                    <a:pt x="-286" y="2806"/>
                    <a:pt x="38" y="377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5" name="Google Shape;1125;p25"/>
            <p:cNvSpPr/>
            <p:nvPr/>
          </p:nvSpPr>
          <p:spPr>
            <a:xfrm>
              <a:off x="1515112" y="1489601"/>
              <a:ext cx="30091" cy="27853"/>
            </a:xfrm>
            <a:custGeom>
              <a:rect b="b" l="l" r="r" t="t"/>
              <a:pathLst>
                <a:path extrusionOk="0" h="12379" w="13374">
                  <a:moveTo>
                    <a:pt x="0" y="0"/>
                  </a:moveTo>
                  <a:cubicBezTo>
                    <a:pt x="3190" y="4325"/>
                    <a:pt x="6639" y="8433"/>
                    <a:pt x="10283" y="12380"/>
                  </a:cubicBezTo>
                  <a:cubicBezTo>
                    <a:pt x="11321" y="11536"/>
                    <a:pt x="12347" y="10682"/>
                    <a:pt x="13374" y="9817"/>
                  </a:cubicBezTo>
                  <a:cubicBezTo>
                    <a:pt x="8758" y="6638"/>
                    <a:pt x="3525" y="3838"/>
                    <a:pt x="0" y="0"/>
                  </a:cubicBezTo>
                  <a:close/>
                </a:path>
              </a:pathLst>
            </a:cu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6" name="Google Shape;1126;p25"/>
            <p:cNvSpPr/>
            <p:nvPr/>
          </p:nvSpPr>
          <p:spPr>
            <a:xfrm>
              <a:off x="1538260" y="1442821"/>
              <a:ext cx="132043" cy="107863"/>
            </a:xfrm>
            <a:custGeom>
              <a:rect b="b" l="l" r="r" t="t"/>
              <a:pathLst>
                <a:path extrusionOk="0" h="47939" w="58686">
                  <a:moveTo>
                    <a:pt x="6984" y="40264"/>
                  </a:moveTo>
                  <a:cubicBezTo>
                    <a:pt x="19569" y="35798"/>
                    <a:pt x="34512" y="38869"/>
                    <a:pt x="44317" y="47940"/>
                  </a:cubicBezTo>
                  <a:cubicBezTo>
                    <a:pt x="43463" y="44015"/>
                    <a:pt x="41463" y="40393"/>
                    <a:pt x="38836" y="37355"/>
                  </a:cubicBezTo>
                  <a:cubicBezTo>
                    <a:pt x="47118" y="33917"/>
                    <a:pt x="54135" y="27570"/>
                    <a:pt x="58686" y="19818"/>
                  </a:cubicBezTo>
                  <a:cubicBezTo>
                    <a:pt x="50146" y="12855"/>
                    <a:pt x="41323" y="6238"/>
                    <a:pt x="32230" y="0"/>
                  </a:cubicBezTo>
                  <a:cubicBezTo>
                    <a:pt x="24057" y="11353"/>
                    <a:pt x="13926" y="21526"/>
                    <a:pt x="3092" y="30608"/>
                  </a:cubicBezTo>
                  <a:cubicBezTo>
                    <a:pt x="5200" y="32057"/>
                    <a:pt x="7189" y="33592"/>
                    <a:pt x="8801" y="35344"/>
                  </a:cubicBezTo>
                  <a:cubicBezTo>
                    <a:pt x="7189" y="33592"/>
                    <a:pt x="5200" y="32068"/>
                    <a:pt x="3092" y="30608"/>
                  </a:cubicBezTo>
                  <a:cubicBezTo>
                    <a:pt x="2064" y="31473"/>
                    <a:pt x="1038" y="32328"/>
                    <a:pt x="0" y="33171"/>
                  </a:cubicBezTo>
                  <a:cubicBezTo>
                    <a:pt x="2260" y="35614"/>
                    <a:pt x="4573" y="37993"/>
                    <a:pt x="6984" y="40274"/>
                  </a:cubicBezTo>
                  <a:close/>
                </a:path>
              </a:pathLst>
            </a:custGeom>
            <a:solidFill>
              <a:srgbClr val="CD817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7" name="Google Shape;1127;p25"/>
            <p:cNvSpPr/>
            <p:nvPr/>
          </p:nvSpPr>
          <p:spPr>
            <a:xfrm>
              <a:off x="1491823" y="1487411"/>
              <a:ext cx="347191" cy="222370"/>
            </a:xfrm>
            <a:custGeom>
              <a:rect b="b" l="l" r="r" t="t"/>
              <a:pathLst>
                <a:path extrusionOk="0" h="98831" w="154307">
                  <a:moveTo>
                    <a:pt x="119082" y="37139"/>
                  </a:moveTo>
                  <a:cubicBezTo>
                    <a:pt x="106681" y="23884"/>
                    <a:pt x="93383" y="11472"/>
                    <a:pt x="79316" y="0"/>
                  </a:cubicBezTo>
                  <a:cubicBezTo>
                    <a:pt x="74764" y="7752"/>
                    <a:pt x="67758" y="14099"/>
                    <a:pt x="59466" y="17537"/>
                  </a:cubicBezTo>
                  <a:cubicBezTo>
                    <a:pt x="62093" y="20575"/>
                    <a:pt x="64092" y="24197"/>
                    <a:pt x="64946" y="28122"/>
                  </a:cubicBezTo>
                  <a:cubicBezTo>
                    <a:pt x="55141" y="19062"/>
                    <a:pt x="40198" y="15991"/>
                    <a:pt x="27614" y="20446"/>
                  </a:cubicBezTo>
                  <a:cubicBezTo>
                    <a:pt x="25202" y="18164"/>
                    <a:pt x="22889" y="15775"/>
                    <a:pt x="20629" y="13342"/>
                  </a:cubicBezTo>
                  <a:cubicBezTo>
                    <a:pt x="18661" y="14931"/>
                    <a:pt x="16682" y="16499"/>
                    <a:pt x="14683" y="18024"/>
                  </a:cubicBezTo>
                  <a:cubicBezTo>
                    <a:pt x="13222" y="16640"/>
                    <a:pt x="11893" y="15439"/>
                    <a:pt x="10163" y="14423"/>
                  </a:cubicBezTo>
                  <a:cubicBezTo>
                    <a:pt x="8433" y="13407"/>
                    <a:pt x="6390" y="12791"/>
                    <a:pt x="4400" y="13093"/>
                  </a:cubicBezTo>
                  <a:cubicBezTo>
                    <a:pt x="2411" y="13396"/>
                    <a:pt x="529" y="14780"/>
                    <a:pt x="0" y="16715"/>
                  </a:cubicBezTo>
                  <a:cubicBezTo>
                    <a:pt x="7633" y="25397"/>
                    <a:pt x="18531" y="32825"/>
                    <a:pt x="29636" y="36015"/>
                  </a:cubicBezTo>
                  <a:cubicBezTo>
                    <a:pt x="40750" y="39204"/>
                    <a:pt x="52773" y="39128"/>
                    <a:pt x="63844" y="35809"/>
                  </a:cubicBezTo>
                  <a:cubicBezTo>
                    <a:pt x="79348" y="51422"/>
                    <a:pt x="93490" y="70807"/>
                    <a:pt x="101350" y="91350"/>
                  </a:cubicBezTo>
                  <a:cubicBezTo>
                    <a:pt x="98583" y="93945"/>
                    <a:pt x="95717" y="96421"/>
                    <a:pt x="92809" y="98832"/>
                  </a:cubicBezTo>
                  <a:cubicBezTo>
                    <a:pt x="113092" y="95102"/>
                    <a:pt x="133689" y="93037"/>
                    <a:pt x="154307" y="92712"/>
                  </a:cubicBezTo>
                  <a:cubicBezTo>
                    <a:pt x="148382" y="71607"/>
                    <a:pt x="134198" y="53292"/>
                    <a:pt x="119072" y="37117"/>
                  </a:cubicBezTo>
                  <a:close/>
                </a:path>
              </a:pathLst>
            </a:custGeom>
            <a:solidFill>
              <a:srgbClr val="EBAE9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8" name="Google Shape;1128;p25"/>
            <p:cNvSpPr/>
            <p:nvPr/>
          </p:nvSpPr>
          <p:spPr>
            <a:xfrm>
              <a:off x="1618673" y="1696164"/>
              <a:ext cx="224633" cy="68917"/>
            </a:xfrm>
            <a:custGeom>
              <a:rect b="b" l="l" r="r" t="t"/>
              <a:pathLst>
                <a:path extrusionOk="0" h="30630" w="99837">
                  <a:moveTo>
                    <a:pt x="36457" y="6109"/>
                  </a:moveTo>
                  <a:cubicBezTo>
                    <a:pt x="25256" y="15353"/>
                    <a:pt x="13039" y="23213"/>
                    <a:pt x="0" y="29776"/>
                  </a:cubicBezTo>
                  <a:cubicBezTo>
                    <a:pt x="27170" y="32252"/>
                    <a:pt x="57811" y="29419"/>
                    <a:pt x="83543" y="20359"/>
                  </a:cubicBezTo>
                  <a:cubicBezTo>
                    <a:pt x="89306" y="18326"/>
                    <a:pt x="96247" y="13169"/>
                    <a:pt x="99837" y="8239"/>
                  </a:cubicBezTo>
                  <a:cubicBezTo>
                    <a:pt x="99361" y="5438"/>
                    <a:pt x="98723" y="2703"/>
                    <a:pt x="97966" y="0"/>
                  </a:cubicBezTo>
                  <a:cubicBezTo>
                    <a:pt x="77337" y="324"/>
                    <a:pt x="56751" y="2379"/>
                    <a:pt x="36468" y="6120"/>
                  </a:cubicBezTo>
                  <a:close/>
                </a:path>
              </a:pathLst>
            </a:custGeom>
            <a:solidFill>
              <a:srgbClr val="CD817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9" name="Google Shape;1129;p25"/>
            <p:cNvSpPr/>
            <p:nvPr/>
          </p:nvSpPr>
          <p:spPr>
            <a:xfrm>
              <a:off x="1843950" y="1734473"/>
              <a:ext cx="99155" cy="138638"/>
            </a:xfrm>
            <a:custGeom>
              <a:rect b="b" l="l" r="r" t="t"/>
              <a:pathLst>
                <a:path extrusionOk="0" h="61617" w="44069">
                  <a:moveTo>
                    <a:pt x="0" y="5136"/>
                  </a:moveTo>
                  <a:lnTo>
                    <a:pt x="20726" y="61617"/>
                  </a:lnTo>
                  <a:lnTo>
                    <a:pt x="44069" y="53216"/>
                  </a:lnTo>
                  <a:cubicBezTo>
                    <a:pt x="40004" y="33647"/>
                    <a:pt x="30944" y="15115"/>
                    <a:pt x="17850" y="0"/>
                  </a:cubicBezTo>
                  <a:lnTo>
                    <a:pt x="0" y="5136"/>
                  </a:lnTo>
                  <a:close/>
                </a:path>
              </a:pathLst>
            </a:custGeom>
            <a:solidFill>
              <a:srgbClr val="CD817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0" name="Google Shape;1130;p25"/>
            <p:cNvSpPr/>
            <p:nvPr/>
          </p:nvSpPr>
          <p:spPr>
            <a:xfrm>
              <a:off x="1629335" y="1365083"/>
              <a:ext cx="496100" cy="488918"/>
            </a:xfrm>
            <a:custGeom>
              <a:rect b="b" l="l" r="r" t="t"/>
              <a:pathLst>
                <a:path extrusionOk="0" h="217297" w="220489">
                  <a:moveTo>
                    <a:pt x="203566" y="126024"/>
                  </a:moveTo>
                  <a:lnTo>
                    <a:pt x="77727" y="34501"/>
                  </a:lnTo>
                  <a:lnTo>
                    <a:pt x="63520" y="13526"/>
                  </a:lnTo>
                  <a:cubicBezTo>
                    <a:pt x="56470" y="3114"/>
                    <a:pt x="43788" y="-1968"/>
                    <a:pt x="31495" y="703"/>
                  </a:cubicBezTo>
                  <a:lnTo>
                    <a:pt x="8260" y="5752"/>
                  </a:lnTo>
                  <a:cubicBezTo>
                    <a:pt x="3438" y="6801"/>
                    <a:pt x="0" y="11071"/>
                    <a:pt x="0" y="16002"/>
                  </a:cubicBezTo>
                  <a:lnTo>
                    <a:pt x="0" y="27992"/>
                  </a:lnTo>
                  <a:cubicBezTo>
                    <a:pt x="0" y="31484"/>
                    <a:pt x="1416" y="34814"/>
                    <a:pt x="3935" y="37236"/>
                  </a:cubicBezTo>
                  <a:lnTo>
                    <a:pt x="13990" y="46924"/>
                  </a:lnTo>
                  <a:lnTo>
                    <a:pt x="12671" y="49800"/>
                  </a:lnTo>
                  <a:cubicBezTo>
                    <a:pt x="10617" y="54265"/>
                    <a:pt x="13893" y="59358"/>
                    <a:pt x="18802" y="59358"/>
                  </a:cubicBezTo>
                  <a:lnTo>
                    <a:pt x="54924" y="59358"/>
                  </a:lnTo>
                  <a:lnTo>
                    <a:pt x="149993" y="153486"/>
                  </a:lnTo>
                  <a:lnTo>
                    <a:pt x="113189" y="164082"/>
                  </a:lnTo>
                  <a:cubicBezTo>
                    <a:pt x="126283" y="179197"/>
                    <a:pt x="135343" y="197728"/>
                    <a:pt x="139408" y="217298"/>
                  </a:cubicBezTo>
                  <a:lnTo>
                    <a:pt x="193306" y="197912"/>
                  </a:lnTo>
                  <a:cubicBezTo>
                    <a:pt x="206237" y="193263"/>
                    <a:pt x="215989" y="182451"/>
                    <a:pt x="219287" y="169109"/>
                  </a:cubicBezTo>
                  <a:cubicBezTo>
                    <a:pt x="223298" y="152881"/>
                    <a:pt x="217081" y="135841"/>
                    <a:pt x="203566" y="126013"/>
                  </a:cubicBezTo>
                  <a:close/>
                </a:path>
              </a:pathLst>
            </a:custGeom>
            <a:solidFill>
              <a:srgbClr val="EBAE9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1" name="Google Shape;1131;p25"/>
            <p:cNvSpPr/>
            <p:nvPr/>
          </p:nvSpPr>
          <p:spPr>
            <a:xfrm>
              <a:off x="1606333" y="2631826"/>
              <a:ext cx="113434" cy="229351"/>
            </a:xfrm>
            <a:custGeom>
              <a:rect b="b" l="l" r="r" t="t"/>
              <a:pathLst>
                <a:path extrusionOk="0" h="101934" w="50415">
                  <a:moveTo>
                    <a:pt x="50416" y="101935"/>
                  </a:moveTo>
                  <a:lnTo>
                    <a:pt x="0" y="101935"/>
                  </a:lnTo>
                  <a:cubicBezTo>
                    <a:pt x="4432" y="78765"/>
                    <a:pt x="8854" y="55584"/>
                    <a:pt x="13277" y="32414"/>
                  </a:cubicBezTo>
                  <a:cubicBezTo>
                    <a:pt x="15342" y="21613"/>
                    <a:pt x="17396" y="10801"/>
                    <a:pt x="19461" y="0"/>
                  </a:cubicBezTo>
                  <a:cubicBezTo>
                    <a:pt x="23148" y="32814"/>
                    <a:pt x="33711" y="70602"/>
                    <a:pt x="50416" y="10193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2" name="Google Shape;1132;p25"/>
            <p:cNvSpPr/>
            <p:nvPr/>
          </p:nvSpPr>
          <p:spPr>
            <a:xfrm>
              <a:off x="1364166" y="1735453"/>
              <a:ext cx="244411" cy="112019"/>
            </a:xfrm>
            <a:custGeom>
              <a:rect b="b" l="l" r="r" t="t"/>
              <a:pathLst>
                <a:path extrusionOk="0" h="49786" w="108627">
                  <a:moveTo>
                    <a:pt x="108627" y="20822"/>
                  </a:moveTo>
                  <a:cubicBezTo>
                    <a:pt x="104952" y="15005"/>
                    <a:pt x="101286" y="9199"/>
                    <a:pt x="97610" y="3382"/>
                  </a:cubicBezTo>
                  <a:cubicBezTo>
                    <a:pt x="64849" y="-5192"/>
                    <a:pt x="26813" y="2895"/>
                    <a:pt x="0" y="23578"/>
                  </a:cubicBezTo>
                  <a:cubicBezTo>
                    <a:pt x="1092" y="31882"/>
                    <a:pt x="3157" y="41483"/>
                    <a:pt x="4249" y="49786"/>
                  </a:cubicBezTo>
                  <a:cubicBezTo>
                    <a:pt x="39540" y="48316"/>
                    <a:pt x="77489" y="37504"/>
                    <a:pt x="108627" y="2082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3" name="Google Shape;1133;p25"/>
            <p:cNvSpPr/>
            <p:nvPr/>
          </p:nvSpPr>
          <p:spPr>
            <a:xfrm>
              <a:off x="1873133" y="2537974"/>
              <a:ext cx="112437" cy="236018"/>
            </a:xfrm>
            <a:custGeom>
              <a:rect b="b" l="l" r="r" t="t"/>
              <a:pathLst>
                <a:path extrusionOk="0" h="104897" w="49972">
                  <a:moveTo>
                    <a:pt x="22391" y="61682"/>
                  </a:moveTo>
                  <a:cubicBezTo>
                    <a:pt x="24975" y="57563"/>
                    <a:pt x="31419" y="56471"/>
                    <a:pt x="32770" y="51800"/>
                  </a:cubicBezTo>
                  <a:cubicBezTo>
                    <a:pt x="34068" y="47313"/>
                    <a:pt x="29722" y="43345"/>
                    <a:pt x="28241" y="38923"/>
                  </a:cubicBezTo>
                  <a:cubicBezTo>
                    <a:pt x="25873" y="31841"/>
                    <a:pt x="31105" y="24597"/>
                    <a:pt x="36436" y="19375"/>
                  </a:cubicBezTo>
                  <a:cubicBezTo>
                    <a:pt x="41766" y="14153"/>
                    <a:pt x="49789" y="7460"/>
                    <a:pt x="49972" y="0"/>
                  </a:cubicBezTo>
                  <a:cubicBezTo>
                    <a:pt x="35657" y="11590"/>
                    <a:pt x="17764" y="21613"/>
                    <a:pt x="0" y="26468"/>
                  </a:cubicBezTo>
                  <a:cubicBezTo>
                    <a:pt x="7449" y="58265"/>
                    <a:pt x="25602" y="104897"/>
                    <a:pt x="25602" y="104897"/>
                  </a:cubicBezTo>
                  <a:cubicBezTo>
                    <a:pt x="28002" y="99772"/>
                    <a:pt x="30424" y="94864"/>
                    <a:pt x="32824" y="90096"/>
                  </a:cubicBezTo>
                  <a:cubicBezTo>
                    <a:pt x="31159" y="85955"/>
                    <a:pt x="29095" y="81976"/>
                    <a:pt x="26640" y="78246"/>
                  </a:cubicBezTo>
                  <a:cubicBezTo>
                    <a:pt x="23321" y="73186"/>
                    <a:pt x="19169" y="66817"/>
                    <a:pt x="22381" y="61693"/>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4" name="Google Shape;1134;p25"/>
            <p:cNvSpPr/>
            <p:nvPr/>
          </p:nvSpPr>
          <p:spPr>
            <a:xfrm>
              <a:off x="1589900" y="2353421"/>
              <a:ext cx="428494" cy="98788"/>
            </a:xfrm>
            <a:custGeom>
              <a:rect b="b" l="l" r="r" t="t"/>
              <a:pathLst>
                <a:path extrusionOk="0" h="43906" w="190442">
                  <a:moveTo>
                    <a:pt x="190443" y="20669"/>
                  </a:moveTo>
                  <a:cubicBezTo>
                    <a:pt x="189091" y="14398"/>
                    <a:pt x="187459" y="7878"/>
                    <a:pt x="185470" y="980"/>
                  </a:cubicBezTo>
                  <a:cubicBezTo>
                    <a:pt x="126912" y="1239"/>
                    <a:pt x="58905" y="-220"/>
                    <a:pt x="348" y="29"/>
                  </a:cubicBezTo>
                  <a:cubicBezTo>
                    <a:pt x="-138" y="12322"/>
                    <a:pt x="-107" y="24637"/>
                    <a:pt x="392" y="36930"/>
                  </a:cubicBezTo>
                  <a:cubicBezTo>
                    <a:pt x="63500" y="50163"/>
                    <a:pt x="130502" y="44476"/>
                    <a:pt x="190443" y="2066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5" name="Google Shape;1135;p25"/>
            <p:cNvSpPr/>
            <p:nvPr/>
          </p:nvSpPr>
          <p:spPr>
            <a:xfrm>
              <a:off x="1590807" y="2399949"/>
              <a:ext cx="438597" cy="461113"/>
            </a:xfrm>
            <a:custGeom>
              <a:rect b="b" l="l" r="r" t="t"/>
              <a:pathLst>
                <a:path extrusionOk="0" h="204939" w="194932">
                  <a:moveTo>
                    <a:pt x="151043" y="166212"/>
                  </a:moveTo>
                  <a:cubicBezTo>
                    <a:pt x="154870" y="176548"/>
                    <a:pt x="157432" y="189284"/>
                    <a:pt x="160914" y="204940"/>
                  </a:cubicBezTo>
                  <a:lnTo>
                    <a:pt x="47237" y="204940"/>
                  </a:lnTo>
                  <a:cubicBezTo>
                    <a:pt x="36436" y="182516"/>
                    <a:pt x="27375" y="159249"/>
                    <a:pt x="20175" y="135419"/>
                  </a:cubicBezTo>
                  <a:cubicBezTo>
                    <a:pt x="8466" y="96756"/>
                    <a:pt x="1632" y="56622"/>
                    <a:pt x="0" y="16261"/>
                  </a:cubicBezTo>
                  <a:cubicBezTo>
                    <a:pt x="63109" y="29495"/>
                    <a:pt x="130100" y="23808"/>
                    <a:pt x="190041" y="0"/>
                  </a:cubicBezTo>
                  <a:cubicBezTo>
                    <a:pt x="205113" y="69596"/>
                    <a:pt x="182765" y="102627"/>
                    <a:pt x="158254" y="151410"/>
                  </a:cubicBezTo>
                  <a:cubicBezTo>
                    <a:pt x="156589" y="147269"/>
                    <a:pt x="154524" y="143290"/>
                    <a:pt x="152069" y="139560"/>
                  </a:cubicBezTo>
                  <a:cubicBezTo>
                    <a:pt x="148750" y="134500"/>
                    <a:pt x="144609" y="128132"/>
                    <a:pt x="147820" y="122996"/>
                  </a:cubicBezTo>
                  <a:cubicBezTo>
                    <a:pt x="150404" y="118877"/>
                    <a:pt x="156848" y="117796"/>
                    <a:pt x="158199" y="113114"/>
                  </a:cubicBezTo>
                  <a:cubicBezTo>
                    <a:pt x="159497" y="108638"/>
                    <a:pt x="155151" y="104670"/>
                    <a:pt x="153670" y="100237"/>
                  </a:cubicBezTo>
                  <a:cubicBezTo>
                    <a:pt x="151301" y="93155"/>
                    <a:pt x="156534" y="85911"/>
                    <a:pt x="161865" y="80689"/>
                  </a:cubicBezTo>
                  <a:cubicBezTo>
                    <a:pt x="167206" y="75467"/>
                    <a:pt x="175217" y="68774"/>
                    <a:pt x="175413" y="61314"/>
                  </a:cubicBezTo>
                  <a:cubicBezTo>
                    <a:pt x="161098" y="72894"/>
                    <a:pt x="143204" y="82927"/>
                    <a:pt x="125439" y="87771"/>
                  </a:cubicBezTo>
                  <a:cubicBezTo>
                    <a:pt x="132889" y="119569"/>
                    <a:pt x="151043" y="166212"/>
                    <a:pt x="151043" y="16621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6" name="Google Shape;1136;p25"/>
            <p:cNvSpPr/>
            <p:nvPr/>
          </p:nvSpPr>
          <p:spPr>
            <a:xfrm>
              <a:off x="1339530" y="1710645"/>
              <a:ext cx="691538" cy="665699"/>
            </a:xfrm>
            <a:custGeom>
              <a:rect b="b" l="l" r="r" t="t"/>
              <a:pathLst>
                <a:path extrusionOk="0" h="295866" w="307350">
                  <a:moveTo>
                    <a:pt x="307310" y="269822"/>
                  </a:moveTo>
                  <a:cubicBezTo>
                    <a:pt x="305699" y="266849"/>
                    <a:pt x="304012" y="263854"/>
                    <a:pt x="302260" y="260859"/>
                  </a:cubicBezTo>
                  <a:cubicBezTo>
                    <a:pt x="298368" y="254156"/>
                    <a:pt x="294173" y="247388"/>
                    <a:pt x="289795" y="240565"/>
                  </a:cubicBezTo>
                  <a:cubicBezTo>
                    <a:pt x="262775" y="198475"/>
                    <a:pt x="228826" y="154232"/>
                    <a:pt x="215224" y="108833"/>
                  </a:cubicBezTo>
                  <a:cubicBezTo>
                    <a:pt x="213635" y="103578"/>
                    <a:pt x="212327" y="98313"/>
                    <a:pt x="211343" y="93037"/>
                  </a:cubicBezTo>
                  <a:cubicBezTo>
                    <a:pt x="212511" y="92539"/>
                    <a:pt x="213678" y="92053"/>
                    <a:pt x="214857" y="91609"/>
                  </a:cubicBezTo>
                  <a:lnTo>
                    <a:pt x="214879" y="91609"/>
                  </a:lnTo>
                  <a:cubicBezTo>
                    <a:pt x="228425" y="86323"/>
                    <a:pt x="242493" y="83739"/>
                    <a:pt x="256926" y="81284"/>
                  </a:cubicBezTo>
                  <a:cubicBezTo>
                    <a:pt x="256829" y="76938"/>
                    <a:pt x="256494" y="72559"/>
                    <a:pt x="255921" y="68202"/>
                  </a:cubicBezTo>
                  <a:cubicBezTo>
                    <a:pt x="253434" y="48621"/>
                    <a:pt x="246493" y="29160"/>
                    <a:pt x="236232" y="12228"/>
                  </a:cubicBezTo>
                  <a:cubicBezTo>
                    <a:pt x="233703" y="8034"/>
                    <a:pt x="230956" y="4001"/>
                    <a:pt x="228026" y="152"/>
                  </a:cubicBezTo>
                  <a:cubicBezTo>
                    <a:pt x="226523" y="87"/>
                    <a:pt x="225010" y="33"/>
                    <a:pt x="223506" y="22"/>
                  </a:cubicBezTo>
                  <a:cubicBezTo>
                    <a:pt x="193644" y="-465"/>
                    <a:pt x="164138" y="7287"/>
                    <a:pt x="135779" y="16932"/>
                  </a:cubicBezTo>
                  <a:cubicBezTo>
                    <a:pt x="134925" y="17224"/>
                    <a:pt x="134070" y="17516"/>
                    <a:pt x="133216" y="17807"/>
                  </a:cubicBezTo>
                  <a:cubicBezTo>
                    <a:pt x="127075" y="19927"/>
                    <a:pt x="120956" y="22121"/>
                    <a:pt x="114836" y="24349"/>
                  </a:cubicBezTo>
                  <a:cubicBezTo>
                    <a:pt x="90520" y="33182"/>
                    <a:pt x="66302" y="42383"/>
                    <a:pt x="41098" y="48113"/>
                  </a:cubicBezTo>
                  <a:cubicBezTo>
                    <a:pt x="32005" y="50189"/>
                    <a:pt x="22318" y="52049"/>
                    <a:pt x="14642" y="57000"/>
                  </a:cubicBezTo>
                  <a:cubicBezTo>
                    <a:pt x="12826" y="58168"/>
                    <a:pt x="11118" y="59520"/>
                    <a:pt x="9560" y="61087"/>
                  </a:cubicBezTo>
                  <a:cubicBezTo>
                    <a:pt x="-1219" y="71910"/>
                    <a:pt x="-1219" y="89339"/>
                    <a:pt x="1548" y="104357"/>
                  </a:cubicBezTo>
                  <a:cubicBezTo>
                    <a:pt x="1981" y="106681"/>
                    <a:pt x="2479" y="108984"/>
                    <a:pt x="3009" y="111277"/>
                  </a:cubicBezTo>
                  <a:cubicBezTo>
                    <a:pt x="4728" y="114477"/>
                    <a:pt x="6663" y="117558"/>
                    <a:pt x="8782" y="120488"/>
                  </a:cubicBezTo>
                  <a:cubicBezTo>
                    <a:pt x="17421" y="132435"/>
                    <a:pt x="28817" y="142101"/>
                    <a:pt x="40634" y="150891"/>
                  </a:cubicBezTo>
                  <a:cubicBezTo>
                    <a:pt x="45953" y="154848"/>
                    <a:pt x="51380" y="158654"/>
                    <a:pt x="56928" y="162298"/>
                  </a:cubicBezTo>
                  <a:cubicBezTo>
                    <a:pt x="59392" y="163920"/>
                    <a:pt x="61880" y="165509"/>
                    <a:pt x="64387" y="167066"/>
                  </a:cubicBezTo>
                  <a:cubicBezTo>
                    <a:pt x="64711" y="167271"/>
                    <a:pt x="65047" y="167477"/>
                    <a:pt x="65382" y="167682"/>
                  </a:cubicBezTo>
                  <a:cubicBezTo>
                    <a:pt x="66712" y="168504"/>
                    <a:pt x="68042" y="169315"/>
                    <a:pt x="69372" y="170115"/>
                  </a:cubicBezTo>
                  <a:cubicBezTo>
                    <a:pt x="70918" y="171045"/>
                    <a:pt x="72475" y="171964"/>
                    <a:pt x="74043" y="172861"/>
                  </a:cubicBezTo>
                  <a:cubicBezTo>
                    <a:pt x="75351" y="173618"/>
                    <a:pt x="76670" y="174375"/>
                    <a:pt x="77999" y="175121"/>
                  </a:cubicBezTo>
                  <a:cubicBezTo>
                    <a:pt x="82303" y="177543"/>
                    <a:pt x="86671" y="179878"/>
                    <a:pt x="91093" y="182116"/>
                  </a:cubicBezTo>
                  <a:cubicBezTo>
                    <a:pt x="92564" y="182862"/>
                    <a:pt x="94045" y="183597"/>
                    <a:pt x="95525" y="184322"/>
                  </a:cubicBezTo>
                  <a:cubicBezTo>
                    <a:pt x="100067" y="186560"/>
                    <a:pt x="104662" y="188690"/>
                    <a:pt x="109300" y="190722"/>
                  </a:cubicBezTo>
                  <a:cubicBezTo>
                    <a:pt x="110705" y="191339"/>
                    <a:pt x="112122" y="191944"/>
                    <a:pt x="113538" y="192539"/>
                  </a:cubicBezTo>
                  <a:cubicBezTo>
                    <a:pt x="115300" y="193296"/>
                    <a:pt x="117085" y="194031"/>
                    <a:pt x="118869" y="194744"/>
                  </a:cubicBezTo>
                  <a:cubicBezTo>
                    <a:pt x="119928" y="195177"/>
                    <a:pt x="120988" y="195599"/>
                    <a:pt x="122047" y="196020"/>
                  </a:cubicBezTo>
                  <a:cubicBezTo>
                    <a:pt x="122448" y="196172"/>
                    <a:pt x="122848" y="196334"/>
                    <a:pt x="123248" y="196485"/>
                  </a:cubicBezTo>
                  <a:cubicBezTo>
                    <a:pt x="124599" y="197015"/>
                    <a:pt x="125961" y="197534"/>
                    <a:pt x="127334" y="198042"/>
                  </a:cubicBezTo>
                  <a:cubicBezTo>
                    <a:pt x="128870" y="198626"/>
                    <a:pt x="130427" y="199199"/>
                    <a:pt x="131972" y="199750"/>
                  </a:cubicBezTo>
                  <a:cubicBezTo>
                    <a:pt x="133400" y="200269"/>
                    <a:pt x="134849" y="200767"/>
                    <a:pt x="136276" y="201264"/>
                  </a:cubicBezTo>
                  <a:cubicBezTo>
                    <a:pt x="139747" y="202464"/>
                    <a:pt x="143228" y="203610"/>
                    <a:pt x="146731" y="204691"/>
                  </a:cubicBezTo>
                  <a:cubicBezTo>
                    <a:pt x="148072" y="205124"/>
                    <a:pt x="149434" y="205535"/>
                    <a:pt x="150796" y="205935"/>
                  </a:cubicBezTo>
                  <a:cubicBezTo>
                    <a:pt x="152137" y="206335"/>
                    <a:pt x="153478" y="206724"/>
                    <a:pt x="154829" y="207113"/>
                  </a:cubicBezTo>
                  <a:cubicBezTo>
                    <a:pt x="155261" y="207243"/>
                    <a:pt x="155705" y="207362"/>
                    <a:pt x="156138" y="207481"/>
                  </a:cubicBezTo>
                  <a:cubicBezTo>
                    <a:pt x="157208" y="207784"/>
                    <a:pt x="158267" y="208076"/>
                    <a:pt x="159349" y="208378"/>
                  </a:cubicBezTo>
                  <a:cubicBezTo>
                    <a:pt x="159781" y="208497"/>
                    <a:pt x="160225" y="208616"/>
                    <a:pt x="160657" y="208724"/>
                  </a:cubicBezTo>
                  <a:cubicBezTo>
                    <a:pt x="162051" y="209092"/>
                    <a:pt x="163446" y="209459"/>
                    <a:pt x="164852" y="209816"/>
                  </a:cubicBezTo>
                  <a:lnTo>
                    <a:pt x="165111" y="209881"/>
                  </a:lnTo>
                  <a:cubicBezTo>
                    <a:pt x="166485" y="210227"/>
                    <a:pt x="167868" y="210573"/>
                    <a:pt x="169252" y="210908"/>
                  </a:cubicBezTo>
                  <a:cubicBezTo>
                    <a:pt x="169739" y="211027"/>
                    <a:pt x="170226" y="211146"/>
                    <a:pt x="170701" y="211254"/>
                  </a:cubicBezTo>
                  <a:cubicBezTo>
                    <a:pt x="171945" y="211546"/>
                    <a:pt x="173188" y="211838"/>
                    <a:pt x="174442" y="212108"/>
                  </a:cubicBezTo>
                  <a:cubicBezTo>
                    <a:pt x="174605" y="212162"/>
                    <a:pt x="174778" y="212195"/>
                    <a:pt x="174939" y="212227"/>
                  </a:cubicBezTo>
                  <a:cubicBezTo>
                    <a:pt x="176486" y="212573"/>
                    <a:pt x="178032" y="212909"/>
                    <a:pt x="179578" y="213233"/>
                  </a:cubicBezTo>
                  <a:cubicBezTo>
                    <a:pt x="181189" y="213579"/>
                    <a:pt x="182811" y="213914"/>
                    <a:pt x="184432" y="214217"/>
                  </a:cubicBezTo>
                  <a:lnTo>
                    <a:pt x="184432" y="214217"/>
                  </a:lnTo>
                  <a:cubicBezTo>
                    <a:pt x="190379" y="215395"/>
                    <a:pt x="196358" y="216401"/>
                    <a:pt x="202369" y="217255"/>
                  </a:cubicBezTo>
                  <a:cubicBezTo>
                    <a:pt x="203429" y="217406"/>
                    <a:pt x="204499" y="217557"/>
                    <a:pt x="205569" y="217698"/>
                  </a:cubicBezTo>
                  <a:cubicBezTo>
                    <a:pt x="207841" y="218001"/>
                    <a:pt x="210111" y="218282"/>
                    <a:pt x="212392" y="218531"/>
                  </a:cubicBezTo>
                  <a:cubicBezTo>
                    <a:pt x="212424" y="218542"/>
                    <a:pt x="212457" y="218552"/>
                    <a:pt x="212500" y="218552"/>
                  </a:cubicBezTo>
                  <a:cubicBezTo>
                    <a:pt x="213625" y="218671"/>
                    <a:pt x="214749" y="218801"/>
                    <a:pt x="215874" y="218909"/>
                  </a:cubicBezTo>
                  <a:cubicBezTo>
                    <a:pt x="216792" y="219006"/>
                    <a:pt x="217712" y="219104"/>
                    <a:pt x="218641" y="219190"/>
                  </a:cubicBezTo>
                  <a:cubicBezTo>
                    <a:pt x="221971" y="219514"/>
                    <a:pt x="225301" y="219774"/>
                    <a:pt x="228642" y="220001"/>
                  </a:cubicBezTo>
                  <a:cubicBezTo>
                    <a:pt x="229205" y="220033"/>
                    <a:pt x="229756" y="220066"/>
                    <a:pt x="230318" y="220098"/>
                  </a:cubicBezTo>
                  <a:cubicBezTo>
                    <a:pt x="230546" y="220120"/>
                    <a:pt x="230773" y="220131"/>
                    <a:pt x="231010" y="220142"/>
                  </a:cubicBezTo>
                  <a:cubicBezTo>
                    <a:pt x="231561" y="220174"/>
                    <a:pt x="232124" y="220207"/>
                    <a:pt x="232675" y="220239"/>
                  </a:cubicBezTo>
                  <a:cubicBezTo>
                    <a:pt x="232913" y="220260"/>
                    <a:pt x="233150" y="220271"/>
                    <a:pt x="233389" y="220271"/>
                  </a:cubicBezTo>
                  <a:cubicBezTo>
                    <a:pt x="233400" y="220282"/>
                    <a:pt x="233400" y="220271"/>
                    <a:pt x="233400" y="220271"/>
                  </a:cubicBezTo>
                  <a:cubicBezTo>
                    <a:pt x="235659" y="220390"/>
                    <a:pt x="237908" y="220499"/>
                    <a:pt x="240168" y="220563"/>
                  </a:cubicBezTo>
                  <a:cubicBezTo>
                    <a:pt x="242427" y="220639"/>
                    <a:pt x="244676" y="220693"/>
                    <a:pt x="246936" y="220726"/>
                  </a:cubicBezTo>
                  <a:cubicBezTo>
                    <a:pt x="243822" y="221201"/>
                    <a:pt x="240698" y="221623"/>
                    <a:pt x="237573" y="221980"/>
                  </a:cubicBezTo>
                  <a:lnTo>
                    <a:pt x="237562" y="221980"/>
                  </a:lnTo>
                  <a:cubicBezTo>
                    <a:pt x="236254" y="222142"/>
                    <a:pt x="234945" y="222282"/>
                    <a:pt x="233637" y="222423"/>
                  </a:cubicBezTo>
                  <a:cubicBezTo>
                    <a:pt x="233594" y="222423"/>
                    <a:pt x="233551" y="222423"/>
                    <a:pt x="233507" y="222434"/>
                  </a:cubicBezTo>
                  <a:cubicBezTo>
                    <a:pt x="232340" y="222553"/>
                    <a:pt x="231183" y="222661"/>
                    <a:pt x="230016" y="222769"/>
                  </a:cubicBezTo>
                  <a:cubicBezTo>
                    <a:pt x="229659" y="222801"/>
                    <a:pt x="229302" y="222834"/>
                    <a:pt x="228945" y="222866"/>
                  </a:cubicBezTo>
                  <a:cubicBezTo>
                    <a:pt x="227843" y="222953"/>
                    <a:pt x="226739" y="223050"/>
                    <a:pt x="225637" y="223126"/>
                  </a:cubicBezTo>
                  <a:cubicBezTo>
                    <a:pt x="224880" y="223191"/>
                    <a:pt x="224123" y="223234"/>
                    <a:pt x="223366" y="223288"/>
                  </a:cubicBezTo>
                  <a:cubicBezTo>
                    <a:pt x="221150" y="223429"/>
                    <a:pt x="218944" y="223558"/>
                    <a:pt x="216728" y="223645"/>
                  </a:cubicBezTo>
                  <a:cubicBezTo>
                    <a:pt x="215570" y="223699"/>
                    <a:pt x="214425" y="223742"/>
                    <a:pt x="213278" y="223774"/>
                  </a:cubicBezTo>
                  <a:cubicBezTo>
                    <a:pt x="212814" y="223785"/>
                    <a:pt x="212337" y="223807"/>
                    <a:pt x="211862" y="223818"/>
                  </a:cubicBezTo>
                  <a:cubicBezTo>
                    <a:pt x="211116" y="223839"/>
                    <a:pt x="210359" y="223850"/>
                    <a:pt x="209613" y="223861"/>
                  </a:cubicBezTo>
                  <a:cubicBezTo>
                    <a:pt x="209094" y="223872"/>
                    <a:pt x="208565" y="223883"/>
                    <a:pt x="208045" y="223883"/>
                  </a:cubicBezTo>
                  <a:cubicBezTo>
                    <a:pt x="206932" y="223904"/>
                    <a:pt x="205796" y="223915"/>
                    <a:pt x="204683" y="223915"/>
                  </a:cubicBezTo>
                  <a:cubicBezTo>
                    <a:pt x="203872" y="223915"/>
                    <a:pt x="203061" y="223915"/>
                    <a:pt x="202250" y="223904"/>
                  </a:cubicBezTo>
                  <a:lnTo>
                    <a:pt x="202250" y="223904"/>
                  </a:lnTo>
                  <a:cubicBezTo>
                    <a:pt x="201882" y="223904"/>
                    <a:pt x="201515" y="223904"/>
                    <a:pt x="201137" y="223893"/>
                  </a:cubicBezTo>
                  <a:cubicBezTo>
                    <a:pt x="200726" y="223893"/>
                    <a:pt x="200314" y="223893"/>
                    <a:pt x="199893" y="223872"/>
                  </a:cubicBezTo>
                  <a:cubicBezTo>
                    <a:pt x="199656" y="223883"/>
                    <a:pt x="199418" y="223872"/>
                    <a:pt x="199169" y="223861"/>
                  </a:cubicBezTo>
                  <a:cubicBezTo>
                    <a:pt x="198152" y="223850"/>
                    <a:pt x="197126" y="223828"/>
                    <a:pt x="196098" y="223796"/>
                  </a:cubicBezTo>
                  <a:cubicBezTo>
                    <a:pt x="195341" y="223774"/>
                    <a:pt x="194584" y="223753"/>
                    <a:pt x="193827" y="223720"/>
                  </a:cubicBezTo>
                  <a:cubicBezTo>
                    <a:pt x="192531" y="223688"/>
                    <a:pt x="191244" y="223634"/>
                    <a:pt x="189946" y="223558"/>
                  </a:cubicBezTo>
                  <a:cubicBezTo>
                    <a:pt x="188920" y="223515"/>
                    <a:pt x="187892" y="223461"/>
                    <a:pt x="186876" y="223396"/>
                  </a:cubicBezTo>
                  <a:cubicBezTo>
                    <a:pt x="185848" y="223331"/>
                    <a:pt x="184822" y="223266"/>
                    <a:pt x="183805" y="223202"/>
                  </a:cubicBezTo>
                  <a:cubicBezTo>
                    <a:pt x="182778" y="223126"/>
                    <a:pt x="181751" y="223050"/>
                    <a:pt x="180735" y="222974"/>
                  </a:cubicBezTo>
                  <a:cubicBezTo>
                    <a:pt x="179707" y="222888"/>
                    <a:pt x="178691" y="222801"/>
                    <a:pt x="177664" y="222715"/>
                  </a:cubicBezTo>
                  <a:cubicBezTo>
                    <a:pt x="176701" y="222628"/>
                    <a:pt x="175740" y="222542"/>
                    <a:pt x="174778" y="222444"/>
                  </a:cubicBezTo>
                  <a:cubicBezTo>
                    <a:pt x="173815" y="222347"/>
                    <a:pt x="172853" y="222250"/>
                    <a:pt x="171891" y="222142"/>
                  </a:cubicBezTo>
                  <a:cubicBezTo>
                    <a:pt x="171598" y="222120"/>
                    <a:pt x="171307" y="222088"/>
                    <a:pt x="171015" y="222045"/>
                  </a:cubicBezTo>
                  <a:cubicBezTo>
                    <a:pt x="170171" y="221958"/>
                    <a:pt x="169328" y="221861"/>
                    <a:pt x="168474" y="221753"/>
                  </a:cubicBezTo>
                  <a:cubicBezTo>
                    <a:pt x="167457" y="221634"/>
                    <a:pt x="166442" y="221504"/>
                    <a:pt x="165425" y="221374"/>
                  </a:cubicBezTo>
                  <a:cubicBezTo>
                    <a:pt x="164408" y="221245"/>
                    <a:pt x="163392" y="221104"/>
                    <a:pt x="162376" y="220963"/>
                  </a:cubicBezTo>
                  <a:cubicBezTo>
                    <a:pt x="161360" y="220834"/>
                    <a:pt x="160343" y="220682"/>
                    <a:pt x="159327" y="220520"/>
                  </a:cubicBezTo>
                  <a:cubicBezTo>
                    <a:pt x="157295" y="220217"/>
                    <a:pt x="155261" y="219893"/>
                    <a:pt x="153240" y="219547"/>
                  </a:cubicBezTo>
                  <a:cubicBezTo>
                    <a:pt x="152224" y="219374"/>
                    <a:pt x="151218" y="219201"/>
                    <a:pt x="150202" y="219017"/>
                  </a:cubicBezTo>
                  <a:cubicBezTo>
                    <a:pt x="149196" y="218833"/>
                    <a:pt x="148180" y="218649"/>
                    <a:pt x="147175" y="218455"/>
                  </a:cubicBezTo>
                  <a:cubicBezTo>
                    <a:pt x="145747" y="218185"/>
                    <a:pt x="144321" y="217914"/>
                    <a:pt x="142893" y="217612"/>
                  </a:cubicBezTo>
                  <a:cubicBezTo>
                    <a:pt x="142547" y="217557"/>
                    <a:pt x="142212" y="217482"/>
                    <a:pt x="141866" y="217406"/>
                  </a:cubicBezTo>
                  <a:cubicBezTo>
                    <a:pt x="140514" y="217125"/>
                    <a:pt x="139163" y="216844"/>
                    <a:pt x="137822" y="216541"/>
                  </a:cubicBezTo>
                  <a:cubicBezTo>
                    <a:pt x="135909" y="216120"/>
                    <a:pt x="134006" y="215676"/>
                    <a:pt x="132092" y="215222"/>
                  </a:cubicBezTo>
                  <a:cubicBezTo>
                    <a:pt x="131097" y="214984"/>
                    <a:pt x="130092" y="214736"/>
                    <a:pt x="129097" y="214487"/>
                  </a:cubicBezTo>
                  <a:cubicBezTo>
                    <a:pt x="127746" y="214152"/>
                    <a:pt x="126405" y="213806"/>
                    <a:pt x="125064" y="213449"/>
                  </a:cubicBezTo>
                  <a:cubicBezTo>
                    <a:pt x="123518" y="213049"/>
                    <a:pt x="121994" y="212627"/>
                    <a:pt x="120458" y="212206"/>
                  </a:cubicBezTo>
                  <a:cubicBezTo>
                    <a:pt x="115399" y="210789"/>
                    <a:pt x="110371" y="209265"/>
                    <a:pt x="105386" y="207611"/>
                  </a:cubicBezTo>
                  <a:cubicBezTo>
                    <a:pt x="126383" y="221558"/>
                    <a:pt x="149672" y="232921"/>
                    <a:pt x="174182" y="238857"/>
                  </a:cubicBezTo>
                  <a:cubicBezTo>
                    <a:pt x="150645" y="238014"/>
                    <a:pt x="126621" y="231473"/>
                    <a:pt x="106273" y="219612"/>
                  </a:cubicBezTo>
                  <a:cubicBezTo>
                    <a:pt x="108889" y="233332"/>
                    <a:pt x="115506" y="248923"/>
                    <a:pt x="127172" y="256621"/>
                  </a:cubicBezTo>
                  <a:cubicBezTo>
                    <a:pt x="139520" y="264773"/>
                    <a:pt x="155911" y="261216"/>
                    <a:pt x="170420" y="264060"/>
                  </a:cubicBezTo>
                  <a:cubicBezTo>
                    <a:pt x="184335" y="266784"/>
                    <a:pt x="196260" y="275358"/>
                    <a:pt x="208910" y="281770"/>
                  </a:cubicBezTo>
                  <a:cubicBezTo>
                    <a:pt x="209743" y="282191"/>
                    <a:pt x="210575" y="282602"/>
                    <a:pt x="211419" y="283002"/>
                  </a:cubicBezTo>
                  <a:cubicBezTo>
                    <a:pt x="212176" y="283370"/>
                    <a:pt x="212944" y="283727"/>
                    <a:pt x="213711" y="284072"/>
                  </a:cubicBezTo>
                  <a:cubicBezTo>
                    <a:pt x="213841" y="284137"/>
                    <a:pt x="213971" y="284191"/>
                    <a:pt x="214111" y="284256"/>
                  </a:cubicBezTo>
                  <a:cubicBezTo>
                    <a:pt x="214792" y="284559"/>
                    <a:pt x="215473" y="284862"/>
                    <a:pt x="216154" y="285154"/>
                  </a:cubicBezTo>
                  <a:cubicBezTo>
                    <a:pt x="216965" y="285510"/>
                    <a:pt x="217787" y="285846"/>
                    <a:pt x="218609" y="286181"/>
                  </a:cubicBezTo>
                  <a:cubicBezTo>
                    <a:pt x="218663" y="286203"/>
                    <a:pt x="218706" y="286224"/>
                    <a:pt x="218760" y="286235"/>
                  </a:cubicBezTo>
                  <a:cubicBezTo>
                    <a:pt x="219225" y="286430"/>
                    <a:pt x="219690" y="286613"/>
                    <a:pt x="220166" y="286797"/>
                  </a:cubicBezTo>
                  <a:cubicBezTo>
                    <a:pt x="220630" y="286981"/>
                    <a:pt x="221096" y="287165"/>
                    <a:pt x="221560" y="287338"/>
                  </a:cubicBezTo>
                  <a:cubicBezTo>
                    <a:pt x="222555" y="287716"/>
                    <a:pt x="223550" y="288073"/>
                    <a:pt x="224544" y="288430"/>
                  </a:cubicBezTo>
                  <a:cubicBezTo>
                    <a:pt x="226123" y="288981"/>
                    <a:pt x="227713" y="289500"/>
                    <a:pt x="229312" y="289997"/>
                  </a:cubicBezTo>
                  <a:cubicBezTo>
                    <a:pt x="229756" y="290138"/>
                    <a:pt x="230199" y="290268"/>
                    <a:pt x="230643" y="290397"/>
                  </a:cubicBezTo>
                  <a:cubicBezTo>
                    <a:pt x="231637" y="290700"/>
                    <a:pt x="232643" y="290981"/>
                    <a:pt x="233648" y="291252"/>
                  </a:cubicBezTo>
                  <a:cubicBezTo>
                    <a:pt x="234600" y="291511"/>
                    <a:pt x="235551" y="291760"/>
                    <a:pt x="236513" y="291998"/>
                  </a:cubicBezTo>
                  <a:cubicBezTo>
                    <a:pt x="236686" y="292041"/>
                    <a:pt x="236848" y="292084"/>
                    <a:pt x="237021" y="292117"/>
                  </a:cubicBezTo>
                  <a:cubicBezTo>
                    <a:pt x="237951" y="292344"/>
                    <a:pt x="238882" y="292560"/>
                    <a:pt x="239811" y="292765"/>
                  </a:cubicBezTo>
                  <a:cubicBezTo>
                    <a:pt x="240849" y="292992"/>
                    <a:pt x="241887" y="293209"/>
                    <a:pt x="242924" y="293414"/>
                  </a:cubicBezTo>
                  <a:cubicBezTo>
                    <a:pt x="243865" y="293598"/>
                    <a:pt x="244795" y="293771"/>
                    <a:pt x="245747" y="293933"/>
                  </a:cubicBezTo>
                  <a:cubicBezTo>
                    <a:pt x="245953" y="293965"/>
                    <a:pt x="246168" y="294009"/>
                    <a:pt x="246384" y="294041"/>
                  </a:cubicBezTo>
                  <a:cubicBezTo>
                    <a:pt x="247261" y="294192"/>
                    <a:pt x="248147" y="294333"/>
                    <a:pt x="249034" y="294463"/>
                  </a:cubicBezTo>
                  <a:cubicBezTo>
                    <a:pt x="249087" y="294474"/>
                    <a:pt x="249141" y="294474"/>
                    <a:pt x="249196" y="294484"/>
                  </a:cubicBezTo>
                  <a:cubicBezTo>
                    <a:pt x="250245" y="294636"/>
                    <a:pt x="251283" y="294776"/>
                    <a:pt x="252331" y="294906"/>
                  </a:cubicBezTo>
                  <a:cubicBezTo>
                    <a:pt x="253142" y="295003"/>
                    <a:pt x="253942" y="295090"/>
                    <a:pt x="254753" y="295176"/>
                  </a:cubicBezTo>
                  <a:cubicBezTo>
                    <a:pt x="255131" y="295220"/>
                    <a:pt x="255521" y="295252"/>
                    <a:pt x="255899" y="295285"/>
                  </a:cubicBezTo>
                  <a:cubicBezTo>
                    <a:pt x="256256" y="295317"/>
                    <a:pt x="256602" y="295360"/>
                    <a:pt x="256959" y="295382"/>
                  </a:cubicBezTo>
                  <a:cubicBezTo>
                    <a:pt x="259272" y="295587"/>
                    <a:pt x="261597" y="295717"/>
                    <a:pt x="263921" y="295803"/>
                  </a:cubicBezTo>
                  <a:cubicBezTo>
                    <a:pt x="264278" y="295803"/>
                    <a:pt x="264635" y="295814"/>
                    <a:pt x="264992" y="295825"/>
                  </a:cubicBezTo>
                  <a:cubicBezTo>
                    <a:pt x="265522" y="295836"/>
                    <a:pt x="266052" y="295858"/>
                    <a:pt x="266581" y="295858"/>
                  </a:cubicBezTo>
                  <a:cubicBezTo>
                    <a:pt x="270398" y="295901"/>
                    <a:pt x="274215" y="295782"/>
                    <a:pt x="278020" y="295490"/>
                  </a:cubicBezTo>
                  <a:cubicBezTo>
                    <a:pt x="279113" y="295403"/>
                    <a:pt x="280215" y="295295"/>
                    <a:pt x="281329" y="295165"/>
                  </a:cubicBezTo>
                  <a:cubicBezTo>
                    <a:pt x="282031" y="295079"/>
                    <a:pt x="282734" y="294982"/>
                    <a:pt x="283437" y="294874"/>
                  </a:cubicBezTo>
                  <a:cubicBezTo>
                    <a:pt x="284216" y="294755"/>
                    <a:pt x="284983" y="294625"/>
                    <a:pt x="285751" y="294474"/>
                  </a:cubicBezTo>
                  <a:cubicBezTo>
                    <a:pt x="286151" y="294398"/>
                    <a:pt x="286540" y="294312"/>
                    <a:pt x="286929" y="294225"/>
                  </a:cubicBezTo>
                  <a:cubicBezTo>
                    <a:pt x="288010" y="293987"/>
                    <a:pt x="289081" y="293717"/>
                    <a:pt x="290129" y="293392"/>
                  </a:cubicBezTo>
                  <a:cubicBezTo>
                    <a:pt x="290356" y="293327"/>
                    <a:pt x="290573" y="293263"/>
                    <a:pt x="290789" y="293187"/>
                  </a:cubicBezTo>
                  <a:cubicBezTo>
                    <a:pt x="291233" y="293046"/>
                    <a:pt x="291675" y="292895"/>
                    <a:pt x="292108" y="292733"/>
                  </a:cubicBezTo>
                  <a:cubicBezTo>
                    <a:pt x="292476" y="292603"/>
                    <a:pt x="292843" y="292462"/>
                    <a:pt x="293200" y="292311"/>
                  </a:cubicBezTo>
                  <a:cubicBezTo>
                    <a:pt x="293589" y="292160"/>
                    <a:pt x="293979" y="291998"/>
                    <a:pt x="294368" y="291814"/>
                  </a:cubicBezTo>
                  <a:cubicBezTo>
                    <a:pt x="295038" y="291511"/>
                    <a:pt x="295687" y="291176"/>
                    <a:pt x="296325" y="290841"/>
                  </a:cubicBezTo>
                  <a:cubicBezTo>
                    <a:pt x="296443" y="290776"/>
                    <a:pt x="296563" y="290711"/>
                    <a:pt x="296682" y="290635"/>
                  </a:cubicBezTo>
                  <a:cubicBezTo>
                    <a:pt x="297027" y="290441"/>
                    <a:pt x="297351" y="290246"/>
                    <a:pt x="297687" y="290030"/>
                  </a:cubicBezTo>
                  <a:cubicBezTo>
                    <a:pt x="298065" y="289803"/>
                    <a:pt x="298422" y="289554"/>
                    <a:pt x="298779" y="289295"/>
                  </a:cubicBezTo>
                  <a:cubicBezTo>
                    <a:pt x="299006" y="289143"/>
                    <a:pt x="299222" y="288970"/>
                    <a:pt x="299439" y="288808"/>
                  </a:cubicBezTo>
                  <a:cubicBezTo>
                    <a:pt x="299676" y="288635"/>
                    <a:pt x="299893" y="288440"/>
                    <a:pt x="300120" y="288257"/>
                  </a:cubicBezTo>
                  <a:cubicBezTo>
                    <a:pt x="301395" y="287186"/>
                    <a:pt x="302542" y="285954"/>
                    <a:pt x="303537" y="284559"/>
                  </a:cubicBezTo>
                  <a:cubicBezTo>
                    <a:pt x="306520" y="280332"/>
                    <a:pt x="307581" y="275045"/>
                    <a:pt x="307310" y="269822"/>
                  </a:cubicBezTo>
                  <a:close/>
                  <a:moveTo>
                    <a:pt x="149727" y="23851"/>
                  </a:moveTo>
                  <a:cubicBezTo>
                    <a:pt x="149683" y="23938"/>
                    <a:pt x="149651" y="24014"/>
                    <a:pt x="149607" y="24100"/>
                  </a:cubicBezTo>
                  <a:cubicBezTo>
                    <a:pt x="149326" y="24684"/>
                    <a:pt x="149056" y="25268"/>
                    <a:pt x="148796" y="25862"/>
                  </a:cubicBezTo>
                  <a:cubicBezTo>
                    <a:pt x="148666" y="26176"/>
                    <a:pt x="148537" y="26478"/>
                    <a:pt x="148407" y="26803"/>
                  </a:cubicBezTo>
                  <a:cubicBezTo>
                    <a:pt x="148363" y="26900"/>
                    <a:pt x="148320" y="26997"/>
                    <a:pt x="148288" y="27106"/>
                  </a:cubicBezTo>
                  <a:cubicBezTo>
                    <a:pt x="148159" y="27387"/>
                    <a:pt x="148050" y="27668"/>
                    <a:pt x="147942" y="27960"/>
                  </a:cubicBezTo>
                  <a:cubicBezTo>
                    <a:pt x="147834" y="28230"/>
                    <a:pt x="147726" y="28511"/>
                    <a:pt x="147639" y="28782"/>
                  </a:cubicBezTo>
                  <a:cubicBezTo>
                    <a:pt x="147542" y="29041"/>
                    <a:pt x="147455" y="29300"/>
                    <a:pt x="147358" y="29560"/>
                  </a:cubicBezTo>
                  <a:cubicBezTo>
                    <a:pt x="147196" y="30025"/>
                    <a:pt x="147045" y="30490"/>
                    <a:pt x="146894" y="30966"/>
                  </a:cubicBezTo>
                  <a:cubicBezTo>
                    <a:pt x="146688" y="31625"/>
                    <a:pt x="146494" y="32285"/>
                    <a:pt x="146320" y="32944"/>
                  </a:cubicBezTo>
                  <a:cubicBezTo>
                    <a:pt x="146234" y="33225"/>
                    <a:pt x="146158" y="33517"/>
                    <a:pt x="146093" y="33798"/>
                  </a:cubicBezTo>
                  <a:cubicBezTo>
                    <a:pt x="145899" y="34544"/>
                    <a:pt x="145726" y="35301"/>
                    <a:pt x="145574" y="36058"/>
                  </a:cubicBezTo>
                  <a:cubicBezTo>
                    <a:pt x="145509" y="36350"/>
                    <a:pt x="145456" y="36631"/>
                    <a:pt x="145402" y="36923"/>
                  </a:cubicBezTo>
                  <a:cubicBezTo>
                    <a:pt x="145326" y="37290"/>
                    <a:pt x="145260" y="37658"/>
                    <a:pt x="145206" y="38026"/>
                  </a:cubicBezTo>
                  <a:cubicBezTo>
                    <a:pt x="145120" y="38523"/>
                    <a:pt x="145045" y="39010"/>
                    <a:pt x="144979" y="39496"/>
                  </a:cubicBezTo>
                  <a:cubicBezTo>
                    <a:pt x="144903" y="39993"/>
                    <a:pt x="144850" y="40491"/>
                    <a:pt x="144796" y="40977"/>
                  </a:cubicBezTo>
                  <a:cubicBezTo>
                    <a:pt x="144752" y="41334"/>
                    <a:pt x="144709" y="41691"/>
                    <a:pt x="144688" y="42037"/>
                  </a:cubicBezTo>
                  <a:cubicBezTo>
                    <a:pt x="144666" y="42318"/>
                    <a:pt x="144633" y="42588"/>
                    <a:pt x="144623" y="42869"/>
                  </a:cubicBezTo>
                  <a:cubicBezTo>
                    <a:pt x="144612" y="42891"/>
                    <a:pt x="144612" y="42924"/>
                    <a:pt x="144612" y="42945"/>
                  </a:cubicBezTo>
                  <a:cubicBezTo>
                    <a:pt x="144548" y="43745"/>
                    <a:pt x="144504" y="44545"/>
                    <a:pt x="144482" y="45345"/>
                  </a:cubicBezTo>
                  <a:cubicBezTo>
                    <a:pt x="144428" y="47281"/>
                    <a:pt x="144472" y="49216"/>
                    <a:pt x="144623" y="51151"/>
                  </a:cubicBezTo>
                  <a:cubicBezTo>
                    <a:pt x="144699" y="52070"/>
                    <a:pt x="144796" y="53000"/>
                    <a:pt x="144915" y="53919"/>
                  </a:cubicBezTo>
                  <a:cubicBezTo>
                    <a:pt x="145088" y="55303"/>
                    <a:pt x="145326" y="56676"/>
                    <a:pt x="145617" y="58049"/>
                  </a:cubicBezTo>
                  <a:cubicBezTo>
                    <a:pt x="145812" y="58957"/>
                    <a:pt x="146028" y="59866"/>
                    <a:pt x="146267" y="60763"/>
                  </a:cubicBezTo>
                  <a:cubicBezTo>
                    <a:pt x="146991" y="63455"/>
                    <a:pt x="147932" y="66104"/>
                    <a:pt x="149088" y="68645"/>
                  </a:cubicBezTo>
                  <a:cubicBezTo>
                    <a:pt x="149326" y="69175"/>
                    <a:pt x="149574" y="69694"/>
                    <a:pt x="149834" y="70202"/>
                  </a:cubicBezTo>
                  <a:cubicBezTo>
                    <a:pt x="150018" y="70591"/>
                    <a:pt x="150224" y="70980"/>
                    <a:pt x="150429" y="71359"/>
                  </a:cubicBezTo>
                  <a:cubicBezTo>
                    <a:pt x="150623" y="71748"/>
                    <a:pt x="150839" y="72127"/>
                    <a:pt x="151056" y="72505"/>
                  </a:cubicBezTo>
                  <a:cubicBezTo>
                    <a:pt x="151250" y="72862"/>
                    <a:pt x="151456" y="73218"/>
                    <a:pt x="151672" y="73575"/>
                  </a:cubicBezTo>
                  <a:cubicBezTo>
                    <a:pt x="151899" y="73954"/>
                    <a:pt x="152126" y="74343"/>
                    <a:pt x="152375" y="74711"/>
                  </a:cubicBezTo>
                  <a:cubicBezTo>
                    <a:pt x="152591" y="75067"/>
                    <a:pt x="152818" y="75413"/>
                    <a:pt x="153045" y="75748"/>
                  </a:cubicBezTo>
                  <a:cubicBezTo>
                    <a:pt x="153521" y="76473"/>
                    <a:pt x="154019" y="77187"/>
                    <a:pt x="154537" y="77878"/>
                  </a:cubicBezTo>
                  <a:cubicBezTo>
                    <a:pt x="154786" y="78214"/>
                    <a:pt x="155034" y="78538"/>
                    <a:pt x="155273" y="78862"/>
                  </a:cubicBezTo>
                  <a:cubicBezTo>
                    <a:pt x="155597" y="79273"/>
                    <a:pt x="155921" y="79684"/>
                    <a:pt x="156268" y="80084"/>
                  </a:cubicBezTo>
                  <a:cubicBezTo>
                    <a:pt x="156689" y="80592"/>
                    <a:pt x="157110" y="81089"/>
                    <a:pt x="157543" y="81587"/>
                  </a:cubicBezTo>
                  <a:cubicBezTo>
                    <a:pt x="158376" y="82528"/>
                    <a:pt x="159241" y="83425"/>
                    <a:pt x="160138" y="84301"/>
                  </a:cubicBezTo>
                  <a:cubicBezTo>
                    <a:pt x="160343" y="84506"/>
                    <a:pt x="160549" y="84712"/>
                    <a:pt x="160765" y="84906"/>
                  </a:cubicBezTo>
                  <a:lnTo>
                    <a:pt x="160830" y="84971"/>
                  </a:lnTo>
                  <a:cubicBezTo>
                    <a:pt x="161251" y="85360"/>
                    <a:pt x="161673" y="85749"/>
                    <a:pt x="162105" y="86128"/>
                  </a:cubicBezTo>
                  <a:cubicBezTo>
                    <a:pt x="162614" y="86582"/>
                    <a:pt x="163133" y="87025"/>
                    <a:pt x="163663" y="87458"/>
                  </a:cubicBezTo>
                  <a:cubicBezTo>
                    <a:pt x="163944" y="87685"/>
                    <a:pt x="164224" y="87912"/>
                    <a:pt x="164506" y="88128"/>
                  </a:cubicBezTo>
                  <a:cubicBezTo>
                    <a:pt x="165165" y="88658"/>
                    <a:pt x="165846" y="89166"/>
                    <a:pt x="166539" y="89664"/>
                  </a:cubicBezTo>
                  <a:cubicBezTo>
                    <a:pt x="167166" y="90118"/>
                    <a:pt x="167814" y="90550"/>
                    <a:pt x="168463" y="90972"/>
                  </a:cubicBezTo>
                  <a:cubicBezTo>
                    <a:pt x="168712" y="91134"/>
                    <a:pt x="168949" y="91285"/>
                    <a:pt x="169199" y="91437"/>
                  </a:cubicBezTo>
                  <a:cubicBezTo>
                    <a:pt x="171522" y="92896"/>
                    <a:pt x="173967" y="94172"/>
                    <a:pt x="176486" y="95253"/>
                  </a:cubicBezTo>
                  <a:cubicBezTo>
                    <a:pt x="176821" y="95394"/>
                    <a:pt x="177155" y="95534"/>
                    <a:pt x="177491" y="95664"/>
                  </a:cubicBezTo>
                  <a:cubicBezTo>
                    <a:pt x="177621" y="95729"/>
                    <a:pt x="177762" y="95783"/>
                    <a:pt x="177902" y="95826"/>
                  </a:cubicBezTo>
                  <a:cubicBezTo>
                    <a:pt x="178302" y="95988"/>
                    <a:pt x="178713" y="96151"/>
                    <a:pt x="179134" y="96291"/>
                  </a:cubicBezTo>
                  <a:cubicBezTo>
                    <a:pt x="179556" y="96453"/>
                    <a:pt x="179988" y="96605"/>
                    <a:pt x="180421" y="96745"/>
                  </a:cubicBezTo>
                  <a:cubicBezTo>
                    <a:pt x="181362" y="97059"/>
                    <a:pt x="182303" y="97340"/>
                    <a:pt x="183265" y="97599"/>
                  </a:cubicBezTo>
                  <a:cubicBezTo>
                    <a:pt x="182800" y="97599"/>
                    <a:pt x="182334" y="97588"/>
                    <a:pt x="181870" y="97556"/>
                  </a:cubicBezTo>
                  <a:cubicBezTo>
                    <a:pt x="181719" y="97556"/>
                    <a:pt x="181556" y="97556"/>
                    <a:pt x="181394" y="97535"/>
                  </a:cubicBezTo>
                  <a:cubicBezTo>
                    <a:pt x="181069" y="97524"/>
                    <a:pt x="180735" y="97502"/>
                    <a:pt x="180399" y="97470"/>
                  </a:cubicBezTo>
                  <a:cubicBezTo>
                    <a:pt x="180227" y="97459"/>
                    <a:pt x="180042" y="97448"/>
                    <a:pt x="179858" y="97426"/>
                  </a:cubicBezTo>
                  <a:cubicBezTo>
                    <a:pt x="179286" y="97372"/>
                    <a:pt x="178723" y="97307"/>
                    <a:pt x="178150" y="97232"/>
                  </a:cubicBezTo>
                  <a:cubicBezTo>
                    <a:pt x="177675" y="97167"/>
                    <a:pt x="177199" y="97102"/>
                    <a:pt x="176724" y="97015"/>
                  </a:cubicBezTo>
                  <a:cubicBezTo>
                    <a:pt x="174864" y="96713"/>
                    <a:pt x="172993" y="96280"/>
                    <a:pt x="171144" y="95740"/>
                  </a:cubicBezTo>
                  <a:cubicBezTo>
                    <a:pt x="170810" y="95643"/>
                    <a:pt x="170463" y="95534"/>
                    <a:pt x="170128" y="95415"/>
                  </a:cubicBezTo>
                  <a:cubicBezTo>
                    <a:pt x="168398" y="94875"/>
                    <a:pt x="166690" y="94226"/>
                    <a:pt x="165004" y="93480"/>
                  </a:cubicBezTo>
                  <a:cubicBezTo>
                    <a:pt x="164593" y="93307"/>
                    <a:pt x="164181" y="93112"/>
                    <a:pt x="163770" y="92918"/>
                  </a:cubicBezTo>
                  <a:cubicBezTo>
                    <a:pt x="163425" y="92756"/>
                    <a:pt x="163079" y="92583"/>
                    <a:pt x="162722" y="92410"/>
                  </a:cubicBezTo>
                  <a:cubicBezTo>
                    <a:pt x="162603" y="92356"/>
                    <a:pt x="162484" y="92291"/>
                    <a:pt x="162355" y="92226"/>
                  </a:cubicBezTo>
                  <a:cubicBezTo>
                    <a:pt x="162030" y="92053"/>
                    <a:pt x="161695" y="91880"/>
                    <a:pt x="161370" y="91707"/>
                  </a:cubicBezTo>
                  <a:cubicBezTo>
                    <a:pt x="160840" y="91415"/>
                    <a:pt x="160310" y="91123"/>
                    <a:pt x="159792" y="90820"/>
                  </a:cubicBezTo>
                  <a:cubicBezTo>
                    <a:pt x="159532" y="90680"/>
                    <a:pt x="159272" y="90528"/>
                    <a:pt x="159014" y="90366"/>
                  </a:cubicBezTo>
                  <a:cubicBezTo>
                    <a:pt x="158754" y="90215"/>
                    <a:pt x="158505" y="90053"/>
                    <a:pt x="158246" y="89891"/>
                  </a:cubicBezTo>
                  <a:cubicBezTo>
                    <a:pt x="157964" y="89717"/>
                    <a:pt x="157683" y="89534"/>
                    <a:pt x="157392" y="89350"/>
                  </a:cubicBezTo>
                  <a:cubicBezTo>
                    <a:pt x="157186" y="89198"/>
                    <a:pt x="156970" y="89058"/>
                    <a:pt x="156765" y="88906"/>
                  </a:cubicBezTo>
                  <a:cubicBezTo>
                    <a:pt x="156754" y="88917"/>
                    <a:pt x="156754" y="88906"/>
                    <a:pt x="156743" y="88906"/>
                  </a:cubicBezTo>
                  <a:cubicBezTo>
                    <a:pt x="156365" y="88647"/>
                    <a:pt x="155997" y="88398"/>
                    <a:pt x="155630" y="88128"/>
                  </a:cubicBezTo>
                  <a:cubicBezTo>
                    <a:pt x="155067" y="87739"/>
                    <a:pt x="154526" y="87328"/>
                    <a:pt x="153986" y="86896"/>
                  </a:cubicBezTo>
                  <a:cubicBezTo>
                    <a:pt x="153705" y="86679"/>
                    <a:pt x="153435" y="86463"/>
                    <a:pt x="153164" y="86236"/>
                  </a:cubicBezTo>
                  <a:cubicBezTo>
                    <a:pt x="152018" y="85306"/>
                    <a:pt x="150915" y="84322"/>
                    <a:pt x="149867" y="83295"/>
                  </a:cubicBezTo>
                  <a:cubicBezTo>
                    <a:pt x="149618" y="83046"/>
                    <a:pt x="149370" y="82798"/>
                    <a:pt x="149131" y="82549"/>
                  </a:cubicBezTo>
                  <a:cubicBezTo>
                    <a:pt x="148893" y="82311"/>
                    <a:pt x="148666" y="82074"/>
                    <a:pt x="148439" y="81825"/>
                  </a:cubicBezTo>
                  <a:cubicBezTo>
                    <a:pt x="147996" y="81349"/>
                    <a:pt x="147564" y="80862"/>
                    <a:pt x="147164" y="80376"/>
                  </a:cubicBezTo>
                  <a:cubicBezTo>
                    <a:pt x="146872" y="80052"/>
                    <a:pt x="146612" y="79738"/>
                    <a:pt x="146353" y="79403"/>
                  </a:cubicBezTo>
                  <a:cubicBezTo>
                    <a:pt x="145088" y="77824"/>
                    <a:pt x="143952" y="76159"/>
                    <a:pt x="142969" y="74440"/>
                  </a:cubicBezTo>
                  <a:cubicBezTo>
                    <a:pt x="142753" y="74073"/>
                    <a:pt x="142547" y="73705"/>
                    <a:pt x="142363" y="73327"/>
                  </a:cubicBezTo>
                  <a:cubicBezTo>
                    <a:pt x="142276" y="73175"/>
                    <a:pt x="142190" y="73013"/>
                    <a:pt x="142115" y="72851"/>
                  </a:cubicBezTo>
                  <a:cubicBezTo>
                    <a:pt x="141920" y="72462"/>
                    <a:pt x="141725" y="72072"/>
                    <a:pt x="141542" y="71672"/>
                  </a:cubicBezTo>
                  <a:cubicBezTo>
                    <a:pt x="139270" y="66721"/>
                    <a:pt x="138222" y="61206"/>
                    <a:pt x="138222" y="55584"/>
                  </a:cubicBezTo>
                  <a:cubicBezTo>
                    <a:pt x="138222" y="55141"/>
                    <a:pt x="138233" y="54708"/>
                    <a:pt x="138244" y="54265"/>
                  </a:cubicBezTo>
                  <a:cubicBezTo>
                    <a:pt x="138255" y="53746"/>
                    <a:pt x="138276" y="53238"/>
                    <a:pt x="138309" y="52719"/>
                  </a:cubicBezTo>
                  <a:cubicBezTo>
                    <a:pt x="138374" y="51778"/>
                    <a:pt x="138460" y="50838"/>
                    <a:pt x="138579" y="49897"/>
                  </a:cubicBezTo>
                  <a:cubicBezTo>
                    <a:pt x="138612" y="49605"/>
                    <a:pt x="138644" y="49313"/>
                    <a:pt x="138687" y="49021"/>
                  </a:cubicBezTo>
                  <a:cubicBezTo>
                    <a:pt x="138730" y="48643"/>
                    <a:pt x="138795" y="48265"/>
                    <a:pt x="138860" y="47875"/>
                  </a:cubicBezTo>
                  <a:cubicBezTo>
                    <a:pt x="138903" y="47583"/>
                    <a:pt x="138957" y="47291"/>
                    <a:pt x="139012" y="46989"/>
                  </a:cubicBezTo>
                  <a:cubicBezTo>
                    <a:pt x="139195" y="45972"/>
                    <a:pt x="139412" y="44945"/>
                    <a:pt x="139671" y="43918"/>
                  </a:cubicBezTo>
                  <a:cubicBezTo>
                    <a:pt x="139757" y="43572"/>
                    <a:pt x="139844" y="43226"/>
                    <a:pt x="139941" y="42880"/>
                  </a:cubicBezTo>
                  <a:cubicBezTo>
                    <a:pt x="140027" y="42534"/>
                    <a:pt x="140125" y="42188"/>
                    <a:pt x="140233" y="41842"/>
                  </a:cubicBezTo>
                  <a:cubicBezTo>
                    <a:pt x="140320" y="41518"/>
                    <a:pt x="140417" y="41194"/>
                    <a:pt x="140514" y="40880"/>
                  </a:cubicBezTo>
                  <a:cubicBezTo>
                    <a:pt x="140568" y="40685"/>
                    <a:pt x="140634" y="40502"/>
                    <a:pt x="140698" y="40307"/>
                  </a:cubicBezTo>
                  <a:cubicBezTo>
                    <a:pt x="140774" y="40080"/>
                    <a:pt x="140849" y="39853"/>
                    <a:pt x="140925" y="39626"/>
                  </a:cubicBezTo>
                  <a:cubicBezTo>
                    <a:pt x="141034" y="39280"/>
                    <a:pt x="141163" y="38945"/>
                    <a:pt x="141282" y="38599"/>
                  </a:cubicBezTo>
                  <a:cubicBezTo>
                    <a:pt x="141509" y="37982"/>
                    <a:pt x="141746" y="37366"/>
                    <a:pt x="141996" y="36750"/>
                  </a:cubicBezTo>
                  <a:cubicBezTo>
                    <a:pt x="142060" y="36588"/>
                    <a:pt x="142136" y="36426"/>
                    <a:pt x="142200" y="36263"/>
                  </a:cubicBezTo>
                  <a:cubicBezTo>
                    <a:pt x="142687" y="35106"/>
                    <a:pt x="143207" y="33971"/>
                    <a:pt x="143780" y="32858"/>
                  </a:cubicBezTo>
                  <a:cubicBezTo>
                    <a:pt x="143942" y="32544"/>
                    <a:pt x="144104" y="32230"/>
                    <a:pt x="144266" y="31917"/>
                  </a:cubicBezTo>
                  <a:cubicBezTo>
                    <a:pt x="144439" y="31603"/>
                    <a:pt x="144612" y="31290"/>
                    <a:pt x="144785" y="30987"/>
                  </a:cubicBezTo>
                  <a:cubicBezTo>
                    <a:pt x="145650" y="29452"/>
                    <a:pt x="146591" y="27960"/>
                    <a:pt x="147618" y="26554"/>
                  </a:cubicBezTo>
                  <a:cubicBezTo>
                    <a:pt x="147812" y="26273"/>
                    <a:pt x="148018" y="25992"/>
                    <a:pt x="148234" y="25722"/>
                  </a:cubicBezTo>
                  <a:cubicBezTo>
                    <a:pt x="148645" y="25170"/>
                    <a:pt x="149077" y="24630"/>
                    <a:pt x="149521" y="24100"/>
                  </a:cubicBezTo>
                  <a:cubicBezTo>
                    <a:pt x="149585" y="24014"/>
                    <a:pt x="149661" y="23938"/>
                    <a:pt x="149727" y="238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7" name="Google Shape;1137;p25"/>
            <p:cNvSpPr/>
            <p:nvPr/>
          </p:nvSpPr>
          <p:spPr>
            <a:xfrm>
              <a:off x="1346275" y="1961168"/>
              <a:ext cx="690507" cy="456460"/>
            </a:xfrm>
            <a:custGeom>
              <a:rect b="b" l="l" r="r" t="t"/>
              <a:pathLst>
                <a:path extrusionOk="0" h="202871" w="306892">
                  <a:moveTo>
                    <a:pt x="304648" y="159130"/>
                  </a:moveTo>
                  <a:cubicBezTo>
                    <a:pt x="304540" y="158935"/>
                    <a:pt x="304432" y="158730"/>
                    <a:pt x="304324" y="158535"/>
                  </a:cubicBezTo>
                  <a:cubicBezTo>
                    <a:pt x="304584" y="163757"/>
                    <a:pt x="303534" y="169044"/>
                    <a:pt x="300540" y="173272"/>
                  </a:cubicBezTo>
                  <a:cubicBezTo>
                    <a:pt x="295014" y="181078"/>
                    <a:pt x="284570" y="183467"/>
                    <a:pt x="275023" y="184203"/>
                  </a:cubicBezTo>
                  <a:cubicBezTo>
                    <a:pt x="251313" y="186030"/>
                    <a:pt x="227126" y="181229"/>
                    <a:pt x="205913" y="170482"/>
                  </a:cubicBezTo>
                  <a:cubicBezTo>
                    <a:pt x="193263" y="164082"/>
                    <a:pt x="181349" y="155497"/>
                    <a:pt x="167423" y="152772"/>
                  </a:cubicBezTo>
                  <a:cubicBezTo>
                    <a:pt x="152903" y="149929"/>
                    <a:pt x="136512" y="153486"/>
                    <a:pt x="124165" y="145334"/>
                  </a:cubicBezTo>
                  <a:cubicBezTo>
                    <a:pt x="112499" y="137636"/>
                    <a:pt x="105882" y="122045"/>
                    <a:pt x="103276" y="108325"/>
                  </a:cubicBezTo>
                  <a:cubicBezTo>
                    <a:pt x="123613" y="120185"/>
                    <a:pt x="147648" y="126726"/>
                    <a:pt x="171175" y="127581"/>
                  </a:cubicBezTo>
                  <a:cubicBezTo>
                    <a:pt x="146675" y="121645"/>
                    <a:pt x="123386" y="110282"/>
                    <a:pt x="102379" y="96334"/>
                  </a:cubicBezTo>
                  <a:cubicBezTo>
                    <a:pt x="147875" y="111395"/>
                    <a:pt x="196550" y="116650"/>
                    <a:pt x="243939" y="109449"/>
                  </a:cubicBezTo>
                  <a:cubicBezTo>
                    <a:pt x="170137" y="108487"/>
                    <a:pt x="96843" y="83673"/>
                    <a:pt x="37637" y="39615"/>
                  </a:cubicBezTo>
                  <a:cubicBezTo>
                    <a:pt x="25820" y="30814"/>
                    <a:pt x="14424" y="21148"/>
                    <a:pt x="5785" y="9212"/>
                  </a:cubicBezTo>
                  <a:cubicBezTo>
                    <a:pt x="3666" y="6282"/>
                    <a:pt x="1720" y="3200"/>
                    <a:pt x="0" y="0"/>
                  </a:cubicBezTo>
                  <a:cubicBezTo>
                    <a:pt x="5720" y="24910"/>
                    <a:pt x="17245" y="48437"/>
                    <a:pt x="33247" y="68364"/>
                  </a:cubicBezTo>
                  <a:cubicBezTo>
                    <a:pt x="56017" y="96723"/>
                    <a:pt x="96648" y="133560"/>
                    <a:pt x="91437" y="169563"/>
                  </a:cubicBezTo>
                  <a:cubicBezTo>
                    <a:pt x="91393" y="169855"/>
                    <a:pt x="91350" y="170158"/>
                    <a:pt x="91307" y="170450"/>
                  </a:cubicBezTo>
                  <a:cubicBezTo>
                    <a:pt x="89945" y="179716"/>
                    <a:pt x="95654" y="188571"/>
                    <a:pt x="104671" y="191111"/>
                  </a:cubicBezTo>
                  <a:cubicBezTo>
                    <a:pt x="166569" y="208573"/>
                    <a:pt x="233797" y="206497"/>
                    <a:pt x="294593" y="185500"/>
                  </a:cubicBezTo>
                  <a:cubicBezTo>
                    <a:pt x="305351" y="181781"/>
                    <a:pt x="310043" y="169152"/>
                    <a:pt x="304637" y="1591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8" name="Google Shape;1138;p25"/>
            <p:cNvSpPr/>
            <p:nvPr/>
          </p:nvSpPr>
          <p:spPr>
            <a:xfrm>
              <a:off x="1650652" y="1764339"/>
              <a:ext cx="101372" cy="165933"/>
            </a:xfrm>
            <a:custGeom>
              <a:rect b="b" l="l" r="r" t="t"/>
              <a:pathLst>
                <a:path extrusionOk="0" h="73748" w="45054">
                  <a:moveTo>
                    <a:pt x="45055" y="73748"/>
                  </a:moveTo>
                  <a:cubicBezTo>
                    <a:pt x="30155" y="69759"/>
                    <a:pt x="17257" y="58838"/>
                    <a:pt x="10867" y="44794"/>
                  </a:cubicBezTo>
                  <a:cubicBezTo>
                    <a:pt x="4477" y="30749"/>
                    <a:pt x="4716" y="13861"/>
                    <a:pt x="11505" y="0"/>
                  </a:cubicBezTo>
                  <a:cubicBezTo>
                    <a:pt x="812" y="12617"/>
                    <a:pt x="-3578" y="32782"/>
                    <a:pt x="3321" y="47821"/>
                  </a:cubicBezTo>
                  <a:cubicBezTo>
                    <a:pt x="10219" y="62850"/>
                    <a:pt x="28502" y="73640"/>
                    <a:pt x="45044" y="7374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9" name="Google Shape;1139;p25"/>
            <p:cNvSpPr/>
            <p:nvPr/>
          </p:nvSpPr>
          <p:spPr>
            <a:xfrm rot="-7508283">
              <a:off x="1266202" y="1330053"/>
              <a:ext cx="10946" cy="800630"/>
            </a:xfrm>
            <a:custGeom>
              <a:rect b="b" l="l" r="r" t="t"/>
              <a:pathLst>
                <a:path extrusionOk="0" h="355831" w="4865">
                  <a:moveTo>
                    <a:pt x="-1" y="0"/>
                  </a:moveTo>
                  <a:lnTo>
                    <a:pt x="4864" y="0"/>
                  </a:lnTo>
                  <a:lnTo>
                    <a:pt x="4864" y="355831"/>
                  </a:lnTo>
                  <a:lnTo>
                    <a:pt x="-1" y="35583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0" name="Google Shape;1140;p25"/>
            <p:cNvSpPr/>
            <p:nvPr/>
          </p:nvSpPr>
          <p:spPr>
            <a:xfrm>
              <a:off x="790026" y="1807043"/>
              <a:ext cx="184464" cy="168723"/>
            </a:xfrm>
            <a:custGeom>
              <a:rect b="b" l="l" r="r" t="t"/>
              <a:pathLst>
                <a:path extrusionOk="0" h="74988" w="81984">
                  <a:moveTo>
                    <a:pt x="81985" y="62065"/>
                  </a:moveTo>
                  <a:lnTo>
                    <a:pt x="43851" y="7756"/>
                  </a:lnTo>
                  <a:cubicBezTo>
                    <a:pt x="36855" y="-2212"/>
                    <a:pt x="22238" y="-2645"/>
                    <a:pt x="14659" y="6880"/>
                  </a:cubicBezTo>
                  <a:lnTo>
                    <a:pt x="3966" y="20320"/>
                  </a:lnTo>
                  <a:cubicBezTo>
                    <a:pt x="-2737" y="28742"/>
                    <a:pt x="-716" y="41111"/>
                    <a:pt x="8313" y="46971"/>
                  </a:cubicBezTo>
                  <a:lnTo>
                    <a:pt x="46619" y="71817"/>
                  </a:lnTo>
                  <a:cubicBezTo>
                    <a:pt x="53366" y="76185"/>
                    <a:pt x="62091" y="76034"/>
                    <a:pt x="68665" y="71406"/>
                  </a:cubicBezTo>
                  <a:lnTo>
                    <a:pt x="81974" y="6206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1" name="Google Shape;1141;p25"/>
            <p:cNvSpPr/>
            <p:nvPr/>
          </p:nvSpPr>
          <p:spPr>
            <a:xfrm>
              <a:off x="809540" y="1826524"/>
              <a:ext cx="137882" cy="129807"/>
            </a:xfrm>
            <a:custGeom>
              <a:rect b="b" l="l" r="r" t="t"/>
              <a:pathLst>
                <a:path extrusionOk="0" h="57692" w="61281">
                  <a:moveTo>
                    <a:pt x="48685" y="57682"/>
                  </a:moveTo>
                  <a:cubicBezTo>
                    <a:pt x="46545" y="57682"/>
                    <a:pt x="44469" y="57065"/>
                    <a:pt x="42674" y="55898"/>
                  </a:cubicBezTo>
                  <a:lnTo>
                    <a:pt x="4368" y="31052"/>
                  </a:lnTo>
                  <a:cubicBezTo>
                    <a:pt x="2076" y="29560"/>
                    <a:pt x="562" y="27257"/>
                    <a:pt x="130" y="24554"/>
                  </a:cubicBezTo>
                  <a:cubicBezTo>
                    <a:pt x="-314" y="21851"/>
                    <a:pt x="389" y="19191"/>
                    <a:pt x="2086" y="17050"/>
                  </a:cubicBezTo>
                  <a:lnTo>
                    <a:pt x="12779" y="3611"/>
                  </a:lnTo>
                  <a:cubicBezTo>
                    <a:pt x="14607" y="1319"/>
                    <a:pt x="17342" y="0"/>
                    <a:pt x="20272" y="0"/>
                  </a:cubicBezTo>
                  <a:cubicBezTo>
                    <a:pt x="23440" y="0"/>
                    <a:pt x="26305" y="1481"/>
                    <a:pt x="28122" y="4076"/>
                  </a:cubicBezTo>
                  <a:lnTo>
                    <a:pt x="61282" y="51303"/>
                  </a:lnTo>
                  <a:lnTo>
                    <a:pt x="55054" y="55681"/>
                  </a:lnTo>
                  <a:cubicBezTo>
                    <a:pt x="53183" y="56990"/>
                    <a:pt x="50989" y="57692"/>
                    <a:pt x="48707" y="57692"/>
                  </a:cubicBezTo>
                  <a:lnTo>
                    <a:pt x="48707" y="5769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2" name="Google Shape;1142;p25"/>
            <p:cNvSpPr/>
            <p:nvPr/>
          </p:nvSpPr>
          <p:spPr>
            <a:xfrm>
              <a:off x="1593849" y="1439316"/>
              <a:ext cx="88281" cy="71179"/>
            </a:xfrm>
            <a:custGeom>
              <a:rect b="b" l="l" r="r" t="t"/>
              <a:pathLst>
                <a:path extrusionOk="0" h="31635" w="39236">
                  <a:moveTo>
                    <a:pt x="0" y="22327"/>
                  </a:moveTo>
                  <a:lnTo>
                    <a:pt x="31798" y="0"/>
                  </a:lnTo>
                  <a:cubicBezTo>
                    <a:pt x="35420" y="1546"/>
                    <a:pt x="38263" y="4855"/>
                    <a:pt x="39236" y="8671"/>
                  </a:cubicBezTo>
                  <a:lnTo>
                    <a:pt x="6530" y="31636"/>
                  </a:lnTo>
                  <a:lnTo>
                    <a:pt x="0" y="22327"/>
                  </a:lnTo>
                  <a:close/>
                </a:path>
              </a:pathLst>
            </a:custGeom>
            <a:solidFill>
              <a:srgbClr val="3E3C5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3" name="Google Shape;1143;p25"/>
            <p:cNvSpPr/>
            <p:nvPr/>
          </p:nvSpPr>
          <p:spPr>
            <a:xfrm>
              <a:off x="1514822" y="1436783"/>
              <a:ext cx="137005" cy="93773"/>
            </a:xfrm>
            <a:custGeom>
              <a:rect b="b" l="l" r="r" t="t"/>
              <a:pathLst>
                <a:path extrusionOk="0" h="41677" w="60891">
                  <a:moveTo>
                    <a:pt x="64" y="26782"/>
                  </a:moveTo>
                  <a:cubicBezTo>
                    <a:pt x="464" y="30598"/>
                    <a:pt x="2367" y="34134"/>
                    <a:pt x="4800" y="37096"/>
                  </a:cubicBezTo>
                  <a:cubicBezTo>
                    <a:pt x="6411" y="39053"/>
                    <a:pt x="8390" y="40880"/>
                    <a:pt x="10843" y="41497"/>
                  </a:cubicBezTo>
                  <a:cubicBezTo>
                    <a:pt x="13309" y="42113"/>
                    <a:pt x="16303" y="41140"/>
                    <a:pt x="17298" y="38805"/>
                  </a:cubicBezTo>
                  <a:cubicBezTo>
                    <a:pt x="18044" y="37042"/>
                    <a:pt x="17526" y="35010"/>
                    <a:pt x="16823" y="33226"/>
                  </a:cubicBezTo>
                  <a:cubicBezTo>
                    <a:pt x="16120" y="31442"/>
                    <a:pt x="15147" y="29052"/>
                    <a:pt x="15190" y="27138"/>
                  </a:cubicBezTo>
                  <a:cubicBezTo>
                    <a:pt x="18422" y="30501"/>
                    <a:pt x="19353" y="36015"/>
                    <a:pt x="23473" y="38210"/>
                  </a:cubicBezTo>
                  <a:cubicBezTo>
                    <a:pt x="25083" y="39075"/>
                    <a:pt x="27061" y="39259"/>
                    <a:pt x="28770" y="38610"/>
                  </a:cubicBezTo>
                  <a:cubicBezTo>
                    <a:pt x="30478" y="37961"/>
                    <a:pt x="31852" y="36448"/>
                    <a:pt x="32230" y="34653"/>
                  </a:cubicBezTo>
                  <a:cubicBezTo>
                    <a:pt x="32630" y="32717"/>
                    <a:pt x="31894" y="30750"/>
                    <a:pt x="31170" y="28922"/>
                  </a:cubicBezTo>
                  <a:cubicBezTo>
                    <a:pt x="29646" y="25063"/>
                    <a:pt x="28446" y="21008"/>
                    <a:pt x="26921" y="17148"/>
                  </a:cubicBezTo>
                  <a:cubicBezTo>
                    <a:pt x="29256" y="21041"/>
                    <a:pt x="31592" y="24933"/>
                    <a:pt x="33916" y="28836"/>
                  </a:cubicBezTo>
                  <a:cubicBezTo>
                    <a:pt x="34825" y="30350"/>
                    <a:pt x="35776" y="31906"/>
                    <a:pt x="37225" y="32890"/>
                  </a:cubicBezTo>
                  <a:cubicBezTo>
                    <a:pt x="39052" y="34123"/>
                    <a:pt x="41571" y="34253"/>
                    <a:pt x="43517" y="33215"/>
                  </a:cubicBezTo>
                  <a:cubicBezTo>
                    <a:pt x="45464" y="32177"/>
                    <a:pt x="46772" y="30047"/>
                    <a:pt x="46836" y="27841"/>
                  </a:cubicBezTo>
                  <a:cubicBezTo>
                    <a:pt x="46934" y="23960"/>
                    <a:pt x="43799" y="20230"/>
                    <a:pt x="42350" y="16629"/>
                  </a:cubicBezTo>
                  <a:cubicBezTo>
                    <a:pt x="44707" y="19278"/>
                    <a:pt x="47063" y="21927"/>
                    <a:pt x="49421" y="24576"/>
                  </a:cubicBezTo>
                  <a:cubicBezTo>
                    <a:pt x="50394" y="25668"/>
                    <a:pt x="51507" y="26836"/>
                    <a:pt x="52967" y="26987"/>
                  </a:cubicBezTo>
                  <a:cubicBezTo>
                    <a:pt x="54297" y="27128"/>
                    <a:pt x="55540" y="26371"/>
                    <a:pt x="56610" y="25582"/>
                  </a:cubicBezTo>
                  <a:cubicBezTo>
                    <a:pt x="58276" y="24360"/>
                    <a:pt x="59887" y="22889"/>
                    <a:pt x="60644" y="20965"/>
                  </a:cubicBezTo>
                  <a:cubicBezTo>
                    <a:pt x="60751" y="20695"/>
                    <a:pt x="60828" y="20413"/>
                    <a:pt x="60892" y="20132"/>
                  </a:cubicBezTo>
                  <a:cubicBezTo>
                    <a:pt x="56113" y="12445"/>
                    <a:pt x="49702" y="7039"/>
                    <a:pt x="42198" y="1406"/>
                  </a:cubicBezTo>
                  <a:cubicBezTo>
                    <a:pt x="40090" y="-172"/>
                    <a:pt x="37246" y="-464"/>
                    <a:pt x="34911" y="747"/>
                  </a:cubicBezTo>
                  <a:cubicBezTo>
                    <a:pt x="22586" y="7093"/>
                    <a:pt x="10800" y="14748"/>
                    <a:pt x="129" y="23614"/>
                  </a:cubicBezTo>
                  <a:cubicBezTo>
                    <a:pt x="-12" y="24663"/>
                    <a:pt x="-43" y="25733"/>
                    <a:pt x="64" y="26782"/>
                  </a:cubicBezTo>
                  <a:close/>
                </a:path>
              </a:pathLst>
            </a:custGeom>
            <a:solidFill>
              <a:srgbClr val="EBAE9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4" name="Google Shape;1144;p25"/>
            <p:cNvSpPr/>
            <p:nvPr/>
          </p:nvSpPr>
          <p:spPr>
            <a:xfrm>
              <a:off x="1507092" y="1474219"/>
              <a:ext cx="147555" cy="62690"/>
            </a:xfrm>
            <a:custGeom>
              <a:rect b="b" l="l" r="r" t="t"/>
              <a:pathLst>
                <a:path extrusionOk="0" h="27862" w="65580">
                  <a:moveTo>
                    <a:pt x="64813" y="4249"/>
                  </a:moveTo>
                  <a:cubicBezTo>
                    <a:pt x="64662" y="3990"/>
                    <a:pt x="64489" y="3752"/>
                    <a:pt x="64326" y="3503"/>
                  </a:cubicBezTo>
                  <a:cubicBezTo>
                    <a:pt x="64262" y="3784"/>
                    <a:pt x="64186" y="4065"/>
                    <a:pt x="64078" y="4336"/>
                  </a:cubicBezTo>
                  <a:cubicBezTo>
                    <a:pt x="63321" y="6260"/>
                    <a:pt x="61720" y="7730"/>
                    <a:pt x="60045" y="8952"/>
                  </a:cubicBezTo>
                  <a:cubicBezTo>
                    <a:pt x="58974" y="9742"/>
                    <a:pt x="57731" y="10498"/>
                    <a:pt x="56401" y="10358"/>
                  </a:cubicBezTo>
                  <a:cubicBezTo>
                    <a:pt x="54942" y="10206"/>
                    <a:pt x="53828" y="9039"/>
                    <a:pt x="52855" y="7947"/>
                  </a:cubicBezTo>
                  <a:cubicBezTo>
                    <a:pt x="50498" y="5298"/>
                    <a:pt x="48141" y="2649"/>
                    <a:pt x="45784" y="0"/>
                  </a:cubicBezTo>
                  <a:cubicBezTo>
                    <a:pt x="47233" y="3600"/>
                    <a:pt x="50368" y="7331"/>
                    <a:pt x="50271" y="11212"/>
                  </a:cubicBezTo>
                  <a:cubicBezTo>
                    <a:pt x="50217" y="13417"/>
                    <a:pt x="48909" y="15558"/>
                    <a:pt x="46951" y="16586"/>
                  </a:cubicBezTo>
                  <a:cubicBezTo>
                    <a:pt x="45005" y="17623"/>
                    <a:pt x="42486" y="17494"/>
                    <a:pt x="40659" y="16261"/>
                  </a:cubicBezTo>
                  <a:cubicBezTo>
                    <a:pt x="39199" y="15277"/>
                    <a:pt x="38248" y="13720"/>
                    <a:pt x="37350" y="12207"/>
                  </a:cubicBezTo>
                  <a:cubicBezTo>
                    <a:pt x="35016" y="8314"/>
                    <a:pt x="32680" y="4422"/>
                    <a:pt x="30355" y="519"/>
                  </a:cubicBezTo>
                  <a:cubicBezTo>
                    <a:pt x="31880" y="4379"/>
                    <a:pt x="33080" y="8433"/>
                    <a:pt x="34604" y="12293"/>
                  </a:cubicBezTo>
                  <a:cubicBezTo>
                    <a:pt x="35328" y="14131"/>
                    <a:pt x="36064" y="16099"/>
                    <a:pt x="35664" y="18023"/>
                  </a:cubicBezTo>
                  <a:cubicBezTo>
                    <a:pt x="35297" y="19808"/>
                    <a:pt x="33912" y="21332"/>
                    <a:pt x="32204" y="21981"/>
                  </a:cubicBezTo>
                  <a:cubicBezTo>
                    <a:pt x="30496" y="22629"/>
                    <a:pt x="28517" y="22435"/>
                    <a:pt x="26907" y="21581"/>
                  </a:cubicBezTo>
                  <a:cubicBezTo>
                    <a:pt x="22797" y="19386"/>
                    <a:pt x="21857" y="13872"/>
                    <a:pt x="18625" y="10509"/>
                  </a:cubicBezTo>
                  <a:cubicBezTo>
                    <a:pt x="18581" y="12423"/>
                    <a:pt x="19554" y="14812"/>
                    <a:pt x="20257" y="16596"/>
                  </a:cubicBezTo>
                  <a:cubicBezTo>
                    <a:pt x="20960" y="18380"/>
                    <a:pt x="21479" y="20413"/>
                    <a:pt x="20732" y="22175"/>
                  </a:cubicBezTo>
                  <a:cubicBezTo>
                    <a:pt x="19738" y="24511"/>
                    <a:pt x="16743" y="25484"/>
                    <a:pt x="14278" y="24867"/>
                  </a:cubicBezTo>
                  <a:cubicBezTo>
                    <a:pt x="11812" y="24251"/>
                    <a:pt x="9845" y="22424"/>
                    <a:pt x="8234" y="20467"/>
                  </a:cubicBezTo>
                  <a:cubicBezTo>
                    <a:pt x="5801" y="17504"/>
                    <a:pt x="3899" y="13969"/>
                    <a:pt x="3499" y="10152"/>
                  </a:cubicBezTo>
                  <a:cubicBezTo>
                    <a:pt x="3391" y="9104"/>
                    <a:pt x="3412" y="8033"/>
                    <a:pt x="3563" y="6984"/>
                  </a:cubicBezTo>
                  <a:cubicBezTo>
                    <a:pt x="3196" y="7287"/>
                    <a:pt x="2828" y="7579"/>
                    <a:pt x="2471" y="7882"/>
                  </a:cubicBezTo>
                  <a:cubicBezTo>
                    <a:pt x="-362" y="10282"/>
                    <a:pt x="-848" y="14531"/>
                    <a:pt x="1477" y="17429"/>
                  </a:cubicBezTo>
                  <a:cubicBezTo>
                    <a:pt x="3769" y="20283"/>
                    <a:pt x="6212" y="22986"/>
                    <a:pt x="8797" y="25592"/>
                  </a:cubicBezTo>
                  <a:cubicBezTo>
                    <a:pt x="10169" y="26976"/>
                    <a:pt x="12051" y="27743"/>
                    <a:pt x="13997" y="27819"/>
                  </a:cubicBezTo>
                  <a:cubicBezTo>
                    <a:pt x="31556" y="28511"/>
                    <a:pt x="47698" y="20780"/>
                    <a:pt x="62997" y="11623"/>
                  </a:cubicBezTo>
                  <a:cubicBezTo>
                    <a:pt x="65537" y="10098"/>
                    <a:pt x="66327" y="6812"/>
                    <a:pt x="64813" y="4260"/>
                  </a:cubicBezTo>
                  <a:close/>
                </a:path>
              </a:pathLst>
            </a:custGeom>
            <a:solidFill>
              <a:srgbClr val="CD817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5" name="Google Shape;1145;p25"/>
            <p:cNvSpPr/>
            <p:nvPr/>
          </p:nvSpPr>
          <p:spPr>
            <a:xfrm>
              <a:off x="1362973" y="1729388"/>
              <a:ext cx="790110" cy="226156"/>
            </a:xfrm>
            <a:custGeom>
              <a:rect b="b" l="l" r="r" t="t"/>
              <a:pathLst>
                <a:path extrusionOk="0" h="100514" w="351160">
                  <a:moveTo>
                    <a:pt x="0" y="55811"/>
                  </a:moveTo>
                  <a:cubicBezTo>
                    <a:pt x="32446" y="63585"/>
                    <a:pt x="64731" y="70385"/>
                    <a:pt x="97275" y="74991"/>
                  </a:cubicBezTo>
                  <a:cubicBezTo>
                    <a:pt x="129776" y="79705"/>
                    <a:pt x="162471" y="82430"/>
                    <a:pt x="195155" y="83154"/>
                  </a:cubicBezTo>
                  <a:cubicBezTo>
                    <a:pt x="203297" y="83338"/>
                    <a:pt x="211416" y="83316"/>
                    <a:pt x="219471" y="82971"/>
                  </a:cubicBezTo>
                  <a:cubicBezTo>
                    <a:pt x="227537" y="82700"/>
                    <a:pt x="235538" y="82052"/>
                    <a:pt x="243452" y="81046"/>
                  </a:cubicBezTo>
                  <a:cubicBezTo>
                    <a:pt x="259270" y="79046"/>
                    <a:pt x="274796" y="75305"/>
                    <a:pt x="289252" y="69056"/>
                  </a:cubicBezTo>
                  <a:cubicBezTo>
                    <a:pt x="303577" y="62774"/>
                    <a:pt x="317038" y="53811"/>
                    <a:pt x="327947" y="42166"/>
                  </a:cubicBezTo>
                  <a:cubicBezTo>
                    <a:pt x="338997" y="30662"/>
                    <a:pt x="347343" y="16283"/>
                    <a:pt x="351160" y="0"/>
                  </a:cubicBezTo>
                  <a:cubicBezTo>
                    <a:pt x="351084" y="2076"/>
                    <a:pt x="350987" y="4173"/>
                    <a:pt x="350857" y="6282"/>
                  </a:cubicBezTo>
                  <a:lnTo>
                    <a:pt x="350003" y="12552"/>
                  </a:lnTo>
                  <a:cubicBezTo>
                    <a:pt x="349582" y="14617"/>
                    <a:pt x="349052" y="16672"/>
                    <a:pt x="348565" y="18759"/>
                  </a:cubicBezTo>
                  <a:cubicBezTo>
                    <a:pt x="347982" y="20802"/>
                    <a:pt x="347290" y="22813"/>
                    <a:pt x="346641" y="24867"/>
                  </a:cubicBezTo>
                  <a:cubicBezTo>
                    <a:pt x="343765" y="32933"/>
                    <a:pt x="339516" y="40534"/>
                    <a:pt x="334510" y="47583"/>
                  </a:cubicBezTo>
                  <a:cubicBezTo>
                    <a:pt x="324250" y="61520"/>
                    <a:pt x="310692" y="73110"/>
                    <a:pt x="295188" y="81316"/>
                  </a:cubicBezTo>
                  <a:cubicBezTo>
                    <a:pt x="279726" y="89522"/>
                    <a:pt x="262816" y="94485"/>
                    <a:pt x="245841" y="97296"/>
                  </a:cubicBezTo>
                  <a:cubicBezTo>
                    <a:pt x="237344" y="98713"/>
                    <a:pt x="228791" y="99524"/>
                    <a:pt x="220282" y="100053"/>
                  </a:cubicBezTo>
                  <a:cubicBezTo>
                    <a:pt x="211763" y="100508"/>
                    <a:pt x="203275" y="100594"/>
                    <a:pt x="194820" y="100453"/>
                  </a:cubicBezTo>
                  <a:cubicBezTo>
                    <a:pt x="161141" y="99686"/>
                    <a:pt x="127581" y="95675"/>
                    <a:pt x="94810" y="88323"/>
                  </a:cubicBezTo>
                  <a:cubicBezTo>
                    <a:pt x="62082" y="80884"/>
                    <a:pt x="30046" y="70396"/>
                    <a:pt x="0" y="55811"/>
                  </a:cubicBezTo>
                  <a:close/>
                </a:path>
              </a:pathLst>
            </a:custGeom>
            <a:solidFill>
              <a:srgbClr val="FFFFFF">
                <a:alpha val="5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6" name="Google Shape;1146;p25"/>
            <p:cNvSpPr/>
            <p:nvPr/>
          </p:nvSpPr>
          <p:spPr>
            <a:xfrm>
              <a:off x="1520661" y="1983461"/>
              <a:ext cx="682344" cy="317261"/>
            </a:xfrm>
            <a:custGeom>
              <a:rect b="b" l="l" r="r" t="t"/>
              <a:pathLst>
                <a:path extrusionOk="0" h="141005" w="303264">
                  <a:moveTo>
                    <a:pt x="22" y="10834"/>
                  </a:moveTo>
                  <a:cubicBezTo>
                    <a:pt x="29712" y="32803"/>
                    <a:pt x="60233" y="52903"/>
                    <a:pt x="92258" y="70126"/>
                  </a:cubicBezTo>
                  <a:cubicBezTo>
                    <a:pt x="124207" y="87436"/>
                    <a:pt x="157454" y="102054"/>
                    <a:pt x="191695" y="113709"/>
                  </a:cubicBezTo>
                  <a:cubicBezTo>
                    <a:pt x="200291" y="116715"/>
                    <a:pt x="208736" y="119439"/>
                    <a:pt x="217222" y="121418"/>
                  </a:cubicBezTo>
                  <a:cubicBezTo>
                    <a:pt x="221450" y="122413"/>
                    <a:pt x="225678" y="123213"/>
                    <a:pt x="229883" y="123786"/>
                  </a:cubicBezTo>
                  <a:cubicBezTo>
                    <a:pt x="234078" y="124294"/>
                    <a:pt x="238252" y="124532"/>
                    <a:pt x="242350" y="124499"/>
                  </a:cubicBezTo>
                  <a:cubicBezTo>
                    <a:pt x="246425" y="124380"/>
                    <a:pt x="250426" y="123916"/>
                    <a:pt x="254286" y="123040"/>
                  </a:cubicBezTo>
                  <a:cubicBezTo>
                    <a:pt x="258102" y="122066"/>
                    <a:pt x="261768" y="120704"/>
                    <a:pt x="265238" y="118920"/>
                  </a:cubicBezTo>
                  <a:cubicBezTo>
                    <a:pt x="271996" y="115201"/>
                    <a:pt x="277920" y="109611"/>
                    <a:pt x="282288" y="102637"/>
                  </a:cubicBezTo>
                  <a:cubicBezTo>
                    <a:pt x="286765" y="95750"/>
                    <a:pt x="289759" y="87685"/>
                    <a:pt x="291576" y="79327"/>
                  </a:cubicBezTo>
                  <a:cubicBezTo>
                    <a:pt x="292441" y="75132"/>
                    <a:pt x="292992" y="70851"/>
                    <a:pt x="293197" y="66526"/>
                  </a:cubicBezTo>
                  <a:cubicBezTo>
                    <a:pt x="293370" y="62158"/>
                    <a:pt x="293197" y="57746"/>
                    <a:pt x="292863" y="53324"/>
                  </a:cubicBezTo>
                  <a:cubicBezTo>
                    <a:pt x="291554" y="35528"/>
                    <a:pt x="286095" y="17818"/>
                    <a:pt x="281326" y="0"/>
                  </a:cubicBezTo>
                  <a:cubicBezTo>
                    <a:pt x="289662" y="16445"/>
                    <a:pt x="297382" y="33420"/>
                    <a:pt x="301275" y="52146"/>
                  </a:cubicBezTo>
                  <a:cubicBezTo>
                    <a:pt x="302193" y="56828"/>
                    <a:pt x="302810" y="61585"/>
                    <a:pt x="303123" y="66418"/>
                  </a:cubicBezTo>
                  <a:cubicBezTo>
                    <a:pt x="303394" y="71283"/>
                    <a:pt x="303274" y="76202"/>
                    <a:pt x="302777" y="81089"/>
                  </a:cubicBezTo>
                  <a:cubicBezTo>
                    <a:pt x="301663" y="90853"/>
                    <a:pt x="298928" y="100616"/>
                    <a:pt x="294008" y="109546"/>
                  </a:cubicBezTo>
                  <a:cubicBezTo>
                    <a:pt x="289219" y="118520"/>
                    <a:pt x="281954" y="126586"/>
                    <a:pt x="272828" y="132154"/>
                  </a:cubicBezTo>
                  <a:cubicBezTo>
                    <a:pt x="268265" y="134846"/>
                    <a:pt x="263367" y="136987"/>
                    <a:pt x="258308" y="138425"/>
                  </a:cubicBezTo>
                  <a:cubicBezTo>
                    <a:pt x="253248" y="139787"/>
                    <a:pt x="248101" y="140566"/>
                    <a:pt x="242998" y="140901"/>
                  </a:cubicBezTo>
                  <a:cubicBezTo>
                    <a:pt x="222499" y="141863"/>
                    <a:pt x="203632" y="136046"/>
                    <a:pt x="186105" y="130089"/>
                  </a:cubicBezTo>
                  <a:cubicBezTo>
                    <a:pt x="150740" y="118034"/>
                    <a:pt x="116812" y="101783"/>
                    <a:pt x="85360" y="81814"/>
                  </a:cubicBezTo>
                  <a:cubicBezTo>
                    <a:pt x="53984" y="61768"/>
                    <a:pt x="24878" y="38177"/>
                    <a:pt x="0" y="10823"/>
                  </a:cubicBezTo>
                  <a:close/>
                </a:path>
              </a:pathLst>
            </a:custGeom>
            <a:solidFill>
              <a:srgbClr val="FFFFFF">
                <a:alpha val="5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47" name="Google Shape;1147;p25"/>
          <p:cNvGrpSpPr/>
          <p:nvPr/>
        </p:nvGrpSpPr>
        <p:grpSpPr>
          <a:xfrm>
            <a:off x="1770427" y="3731250"/>
            <a:ext cx="393151" cy="888374"/>
            <a:chOff x="2371457" y="352177"/>
            <a:chExt cx="567236" cy="1281740"/>
          </a:xfrm>
        </p:grpSpPr>
        <p:sp>
          <p:nvSpPr>
            <p:cNvPr id="1148" name="Google Shape;1148;p25"/>
            <p:cNvSpPr/>
            <p:nvPr/>
          </p:nvSpPr>
          <p:spPr>
            <a:xfrm>
              <a:off x="2390160" y="533178"/>
              <a:ext cx="482527" cy="190061"/>
            </a:xfrm>
            <a:custGeom>
              <a:rect b="b" l="l" r="r" t="t"/>
              <a:pathLst>
                <a:path extrusionOk="0" h="19670" w="49951">
                  <a:moveTo>
                    <a:pt x="35961" y="3203"/>
                  </a:moveTo>
                  <a:cubicBezTo>
                    <a:pt x="33614" y="1322"/>
                    <a:pt x="30739" y="-213"/>
                    <a:pt x="27744" y="24"/>
                  </a:cubicBezTo>
                  <a:cubicBezTo>
                    <a:pt x="21376" y="522"/>
                    <a:pt x="17689" y="8404"/>
                    <a:pt x="11375" y="9377"/>
                  </a:cubicBezTo>
                  <a:cubicBezTo>
                    <a:pt x="7894" y="9917"/>
                    <a:pt x="4368" y="8122"/>
                    <a:pt x="1958" y="5549"/>
                  </a:cubicBezTo>
                  <a:cubicBezTo>
                    <a:pt x="1233" y="4771"/>
                    <a:pt x="584" y="3938"/>
                    <a:pt x="0" y="3052"/>
                  </a:cubicBezTo>
                  <a:lnTo>
                    <a:pt x="0" y="17486"/>
                  </a:lnTo>
                  <a:cubicBezTo>
                    <a:pt x="4120" y="21270"/>
                    <a:pt x="11580" y="20081"/>
                    <a:pt x="18943" y="14361"/>
                  </a:cubicBezTo>
                  <a:cubicBezTo>
                    <a:pt x="19203" y="14156"/>
                    <a:pt x="19461" y="13950"/>
                    <a:pt x="19732" y="13734"/>
                  </a:cubicBezTo>
                  <a:cubicBezTo>
                    <a:pt x="22327" y="11626"/>
                    <a:pt x="24933" y="9128"/>
                    <a:pt x="27582" y="7679"/>
                  </a:cubicBezTo>
                  <a:cubicBezTo>
                    <a:pt x="27636" y="7647"/>
                    <a:pt x="27700" y="7625"/>
                    <a:pt x="27754" y="7593"/>
                  </a:cubicBezTo>
                  <a:cubicBezTo>
                    <a:pt x="31160" y="5776"/>
                    <a:pt x="34123" y="5971"/>
                    <a:pt x="36556" y="6955"/>
                  </a:cubicBezTo>
                  <a:cubicBezTo>
                    <a:pt x="36890" y="7095"/>
                    <a:pt x="37226" y="7247"/>
                    <a:pt x="37550" y="7409"/>
                  </a:cubicBezTo>
                  <a:cubicBezTo>
                    <a:pt x="39215" y="8263"/>
                    <a:pt x="40685" y="9420"/>
                    <a:pt x="42286" y="10382"/>
                  </a:cubicBezTo>
                  <a:cubicBezTo>
                    <a:pt x="43227" y="10945"/>
                    <a:pt x="44221" y="11453"/>
                    <a:pt x="45313" y="11777"/>
                  </a:cubicBezTo>
                  <a:cubicBezTo>
                    <a:pt x="46643" y="12177"/>
                    <a:pt x="48222" y="12177"/>
                    <a:pt x="49951" y="11766"/>
                  </a:cubicBezTo>
                  <a:cubicBezTo>
                    <a:pt x="47421" y="11366"/>
                    <a:pt x="44978" y="10458"/>
                    <a:pt x="42859" y="9042"/>
                  </a:cubicBezTo>
                  <a:cubicBezTo>
                    <a:pt x="40361" y="7366"/>
                    <a:pt x="38318" y="5095"/>
                    <a:pt x="35972" y="321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9" name="Google Shape;1149;p25"/>
            <p:cNvSpPr/>
            <p:nvPr/>
          </p:nvSpPr>
          <p:spPr>
            <a:xfrm>
              <a:off x="2431237" y="412801"/>
              <a:ext cx="101614" cy="153440"/>
            </a:xfrm>
            <a:custGeom>
              <a:rect b="b" l="l" r="r" t="t"/>
              <a:pathLst>
                <a:path extrusionOk="0" h="15880" w="10519">
                  <a:moveTo>
                    <a:pt x="670" y="9774"/>
                  </a:moveTo>
                  <a:cubicBezTo>
                    <a:pt x="1016" y="11796"/>
                    <a:pt x="1913" y="13828"/>
                    <a:pt x="3578" y="15007"/>
                  </a:cubicBezTo>
                  <a:cubicBezTo>
                    <a:pt x="5254" y="16185"/>
                    <a:pt x="7806" y="16240"/>
                    <a:pt x="9211" y="14747"/>
                  </a:cubicBezTo>
                  <a:cubicBezTo>
                    <a:pt x="10055" y="13850"/>
                    <a:pt x="10368" y="12585"/>
                    <a:pt x="10401" y="11353"/>
                  </a:cubicBezTo>
                  <a:cubicBezTo>
                    <a:pt x="10443" y="10131"/>
                    <a:pt x="10239" y="8909"/>
                    <a:pt x="10206" y="7687"/>
                  </a:cubicBezTo>
                  <a:cubicBezTo>
                    <a:pt x="10173" y="6541"/>
                    <a:pt x="10282" y="5406"/>
                    <a:pt x="10519" y="4281"/>
                  </a:cubicBezTo>
                  <a:cubicBezTo>
                    <a:pt x="6725" y="3817"/>
                    <a:pt x="3048" y="2314"/>
                    <a:pt x="0" y="0"/>
                  </a:cubicBezTo>
                  <a:cubicBezTo>
                    <a:pt x="291" y="1178"/>
                    <a:pt x="389" y="2422"/>
                    <a:pt x="421" y="3644"/>
                  </a:cubicBezTo>
                  <a:cubicBezTo>
                    <a:pt x="465" y="5687"/>
                    <a:pt x="335" y="7763"/>
                    <a:pt x="670" y="977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0" name="Google Shape;1150;p25"/>
            <p:cNvSpPr/>
            <p:nvPr/>
          </p:nvSpPr>
          <p:spPr>
            <a:xfrm>
              <a:off x="2390160" y="371096"/>
              <a:ext cx="548533" cy="275488"/>
            </a:xfrm>
            <a:custGeom>
              <a:rect b="b" l="l" r="r" t="t"/>
              <a:pathLst>
                <a:path extrusionOk="0" h="28511" w="56784">
                  <a:moveTo>
                    <a:pt x="52103" y="24738"/>
                  </a:moveTo>
                  <a:cubicBezTo>
                    <a:pt x="49941" y="24143"/>
                    <a:pt x="47898" y="22943"/>
                    <a:pt x="46178" y="21483"/>
                  </a:cubicBezTo>
                  <a:cubicBezTo>
                    <a:pt x="43237" y="18996"/>
                    <a:pt x="40978" y="15807"/>
                    <a:pt x="38285" y="13039"/>
                  </a:cubicBezTo>
                  <a:cubicBezTo>
                    <a:pt x="35604" y="10271"/>
                    <a:pt x="32252" y="7828"/>
                    <a:pt x="28414" y="7503"/>
                  </a:cubicBezTo>
                  <a:cubicBezTo>
                    <a:pt x="25733" y="7276"/>
                    <a:pt x="23095" y="8098"/>
                    <a:pt x="20424" y="8509"/>
                  </a:cubicBezTo>
                  <a:cubicBezTo>
                    <a:pt x="20251" y="8531"/>
                    <a:pt x="20078" y="8563"/>
                    <a:pt x="19905" y="8585"/>
                  </a:cubicBezTo>
                  <a:cubicBezTo>
                    <a:pt x="18943" y="8714"/>
                    <a:pt x="17970" y="8758"/>
                    <a:pt x="16997" y="8747"/>
                  </a:cubicBezTo>
                  <a:cubicBezTo>
                    <a:pt x="16251" y="8736"/>
                    <a:pt x="15504" y="8682"/>
                    <a:pt x="14769" y="8585"/>
                  </a:cubicBezTo>
                  <a:cubicBezTo>
                    <a:pt x="14532" y="9698"/>
                    <a:pt x="14412" y="10844"/>
                    <a:pt x="14456" y="11990"/>
                  </a:cubicBezTo>
                  <a:cubicBezTo>
                    <a:pt x="14499" y="13212"/>
                    <a:pt x="14693" y="14434"/>
                    <a:pt x="14651" y="15656"/>
                  </a:cubicBezTo>
                  <a:cubicBezTo>
                    <a:pt x="14608" y="16877"/>
                    <a:pt x="14294" y="18153"/>
                    <a:pt x="13461" y="19051"/>
                  </a:cubicBezTo>
                  <a:cubicBezTo>
                    <a:pt x="12056" y="20543"/>
                    <a:pt x="9504" y="20489"/>
                    <a:pt x="7828" y="19310"/>
                  </a:cubicBezTo>
                  <a:cubicBezTo>
                    <a:pt x="6152" y="18131"/>
                    <a:pt x="5255" y="16099"/>
                    <a:pt x="4920" y="14077"/>
                  </a:cubicBezTo>
                  <a:cubicBezTo>
                    <a:pt x="4585" y="12055"/>
                    <a:pt x="4714" y="9990"/>
                    <a:pt x="4671" y="7947"/>
                  </a:cubicBezTo>
                  <a:cubicBezTo>
                    <a:pt x="4650" y="6725"/>
                    <a:pt x="4541" y="5492"/>
                    <a:pt x="4250" y="4303"/>
                  </a:cubicBezTo>
                  <a:cubicBezTo>
                    <a:pt x="4044" y="4152"/>
                    <a:pt x="3839" y="3990"/>
                    <a:pt x="3644" y="3827"/>
                  </a:cubicBezTo>
                  <a:cubicBezTo>
                    <a:pt x="2271" y="2714"/>
                    <a:pt x="1038" y="1438"/>
                    <a:pt x="0" y="0"/>
                  </a:cubicBezTo>
                  <a:lnTo>
                    <a:pt x="0" y="19807"/>
                  </a:lnTo>
                  <a:cubicBezTo>
                    <a:pt x="584" y="20683"/>
                    <a:pt x="1233" y="21526"/>
                    <a:pt x="1958" y="22305"/>
                  </a:cubicBezTo>
                  <a:cubicBezTo>
                    <a:pt x="4368" y="24867"/>
                    <a:pt x="7894" y="26673"/>
                    <a:pt x="11375" y="26132"/>
                  </a:cubicBezTo>
                  <a:cubicBezTo>
                    <a:pt x="17689" y="25159"/>
                    <a:pt x="21376" y="17288"/>
                    <a:pt x="27744" y="16780"/>
                  </a:cubicBezTo>
                  <a:cubicBezTo>
                    <a:pt x="30739" y="16542"/>
                    <a:pt x="33614" y="18077"/>
                    <a:pt x="35961" y="19959"/>
                  </a:cubicBezTo>
                  <a:cubicBezTo>
                    <a:pt x="38307" y="21840"/>
                    <a:pt x="40350" y="24111"/>
                    <a:pt x="42848" y="25786"/>
                  </a:cubicBezTo>
                  <a:cubicBezTo>
                    <a:pt x="44978" y="27203"/>
                    <a:pt x="47421" y="28122"/>
                    <a:pt x="49941" y="28511"/>
                  </a:cubicBezTo>
                  <a:cubicBezTo>
                    <a:pt x="52070" y="27992"/>
                    <a:pt x="54427" y="26835"/>
                    <a:pt x="56785" y="24932"/>
                  </a:cubicBezTo>
                  <a:cubicBezTo>
                    <a:pt x="55217" y="25267"/>
                    <a:pt x="53628" y="25149"/>
                    <a:pt x="52093" y="24727"/>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1" name="Google Shape;1151;p25"/>
            <p:cNvSpPr/>
            <p:nvPr/>
          </p:nvSpPr>
          <p:spPr>
            <a:xfrm>
              <a:off x="2390160" y="533178"/>
              <a:ext cx="482527" cy="190061"/>
            </a:xfrm>
            <a:custGeom>
              <a:rect b="b" l="l" r="r" t="t"/>
              <a:pathLst>
                <a:path extrusionOk="0" h="19670" w="49951">
                  <a:moveTo>
                    <a:pt x="35961" y="3203"/>
                  </a:moveTo>
                  <a:cubicBezTo>
                    <a:pt x="33614" y="1322"/>
                    <a:pt x="30739" y="-213"/>
                    <a:pt x="27744" y="24"/>
                  </a:cubicBezTo>
                  <a:cubicBezTo>
                    <a:pt x="21376" y="522"/>
                    <a:pt x="17689" y="8404"/>
                    <a:pt x="11375" y="9377"/>
                  </a:cubicBezTo>
                  <a:cubicBezTo>
                    <a:pt x="7894" y="9917"/>
                    <a:pt x="4368" y="8122"/>
                    <a:pt x="1958" y="5549"/>
                  </a:cubicBezTo>
                  <a:cubicBezTo>
                    <a:pt x="1233" y="4771"/>
                    <a:pt x="584" y="3938"/>
                    <a:pt x="0" y="3052"/>
                  </a:cubicBezTo>
                  <a:lnTo>
                    <a:pt x="0" y="17486"/>
                  </a:lnTo>
                  <a:cubicBezTo>
                    <a:pt x="4120" y="21270"/>
                    <a:pt x="11580" y="20081"/>
                    <a:pt x="18943" y="14361"/>
                  </a:cubicBezTo>
                  <a:cubicBezTo>
                    <a:pt x="19203" y="14156"/>
                    <a:pt x="19461" y="13950"/>
                    <a:pt x="19732" y="13734"/>
                  </a:cubicBezTo>
                  <a:cubicBezTo>
                    <a:pt x="22327" y="11626"/>
                    <a:pt x="24933" y="9128"/>
                    <a:pt x="27582" y="7679"/>
                  </a:cubicBezTo>
                  <a:cubicBezTo>
                    <a:pt x="27636" y="7647"/>
                    <a:pt x="27700" y="7625"/>
                    <a:pt x="27754" y="7593"/>
                  </a:cubicBezTo>
                  <a:cubicBezTo>
                    <a:pt x="31160" y="5776"/>
                    <a:pt x="34123" y="5971"/>
                    <a:pt x="36556" y="6955"/>
                  </a:cubicBezTo>
                  <a:cubicBezTo>
                    <a:pt x="36890" y="7095"/>
                    <a:pt x="37226" y="7247"/>
                    <a:pt x="37550" y="7409"/>
                  </a:cubicBezTo>
                  <a:cubicBezTo>
                    <a:pt x="39215" y="8263"/>
                    <a:pt x="40685" y="9420"/>
                    <a:pt x="42286" y="10382"/>
                  </a:cubicBezTo>
                  <a:cubicBezTo>
                    <a:pt x="43227" y="10945"/>
                    <a:pt x="44221" y="11453"/>
                    <a:pt x="45313" y="11777"/>
                  </a:cubicBezTo>
                  <a:cubicBezTo>
                    <a:pt x="46643" y="12177"/>
                    <a:pt x="48222" y="12177"/>
                    <a:pt x="49951" y="11766"/>
                  </a:cubicBezTo>
                  <a:cubicBezTo>
                    <a:pt x="47421" y="11366"/>
                    <a:pt x="44978" y="10458"/>
                    <a:pt x="42859" y="9042"/>
                  </a:cubicBezTo>
                  <a:cubicBezTo>
                    <a:pt x="40361" y="7366"/>
                    <a:pt x="38318" y="5095"/>
                    <a:pt x="35972" y="3214"/>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2" name="Google Shape;1152;p25"/>
            <p:cNvSpPr/>
            <p:nvPr/>
          </p:nvSpPr>
          <p:spPr>
            <a:xfrm>
              <a:off x="2431237" y="412801"/>
              <a:ext cx="101614" cy="153440"/>
            </a:xfrm>
            <a:custGeom>
              <a:rect b="b" l="l" r="r" t="t"/>
              <a:pathLst>
                <a:path extrusionOk="0" h="15880" w="10519">
                  <a:moveTo>
                    <a:pt x="670" y="9774"/>
                  </a:moveTo>
                  <a:cubicBezTo>
                    <a:pt x="1016" y="11796"/>
                    <a:pt x="1913" y="13828"/>
                    <a:pt x="3578" y="15007"/>
                  </a:cubicBezTo>
                  <a:cubicBezTo>
                    <a:pt x="5254" y="16185"/>
                    <a:pt x="7806" y="16240"/>
                    <a:pt x="9211" y="14747"/>
                  </a:cubicBezTo>
                  <a:cubicBezTo>
                    <a:pt x="10055" y="13850"/>
                    <a:pt x="10368" y="12585"/>
                    <a:pt x="10401" y="11353"/>
                  </a:cubicBezTo>
                  <a:cubicBezTo>
                    <a:pt x="10443" y="10131"/>
                    <a:pt x="10239" y="8909"/>
                    <a:pt x="10206" y="7687"/>
                  </a:cubicBezTo>
                  <a:cubicBezTo>
                    <a:pt x="10173" y="6541"/>
                    <a:pt x="10282" y="5406"/>
                    <a:pt x="10519" y="4281"/>
                  </a:cubicBezTo>
                  <a:cubicBezTo>
                    <a:pt x="6725" y="3817"/>
                    <a:pt x="3048" y="2314"/>
                    <a:pt x="0" y="0"/>
                  </a:cubicBezTo>
                  <a:cubicBezTo>
                    <a:pt x="291" y="1178"/>
                    <a:pt x="389" y="2422"/>
                    <a:pt x="421" y="3644"/>
                  </a:cubicBezTo>
                  <a:cubicBezTo>
                    <a:pt x="465" y="5687"/>
                    <a:pt x="335" y="7763"/>
                    <a:pt x="670" y="9774"/>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3" name="Google Shape;1153;p25"/>
            <p:cNvSpPr/>
            <p:nvPr/>
          </p:nvSpPr>
          <p:spPr>
            <a:xfrm>
              <a:off x="2371457" y="352177"/>
              <a:ext cx="29347" cy="1281740"/>
            </a:xfrm>
            <a:custGeom>
              <a:rect b="b" l="l" r="r" t="t"/>
              <a:pathLst>
                <a:path extrusionOk="0" h="132651" w="3038">
                  <a:moveTo>
                    <a:pt x="1514" y="0"/>
                  </a:moveTo>
                  <a:cubicBezTo>
                    <a:pt x="670" y="0"/>
                    <a:pt x="0" y="205"/>
                    <a:pt x="0" y="465"/>
                  </a:cubicBezTo>
                  <a:lnTo>
                    <a:pt x="0" y="132068"/>
                  </a:lnTo>
                  <a:cubicBezTo>
                    <a:pt x="876" y="132316"/>
                    <a:pt x="1904" y="132522"/>
                    <a:pt x="3039" y="132652"/>
                  </a:cubicBezTo>
                  <a:lnTo>
                    <a:pt x="3039" y="465"/>
                  </a:lnTo>
                  <a:cubicBezTo>
                    <a:pt x="3039" y="205"/>
                    <a:pt x="2358" y="0"/>
                    <a:pt x="1525"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4" name="Google Shape;1154;p25"/>
            <p:cNvSpPr/>
            <p:nvPr/>
          </p:nvSpPr>
          <p:spPr>
            <a:xfrm>
              <a:off x="2371457" y="352177"/>
              <a:ext cx="29347" cy="1281740"/>
            </a:xfrm>
            <a:custGeom>
              <a:rect b="b" l="l" r="r" t="t"/>
              <a:pathLst>
                <a:path extrusionOk="0" h="132651" w="3038">
                  <a:moveTo>
                    <a:pt x="1514" y="0"/>
                  </a:moveTo>
                  <a:cubicBezTo>
                    <a:pt x="670" y="0"/>
                    <a:pt x="0" y="205"/>
                    <a:pt x="0" y="465"/>
                  </a:cubicBezTo>
                  <a:lnTo>
                    <a:pt x="0" y="132068"/>
                  </a:lnTo>
                  <a:cubicBezTo>
                    <a:pt x="876" y="132316"/>
                    <a:pt x="1904" y="132522"/>
                    <a:pt x="3039" y="132652"/>
                  </a:cubicBezTo>
                  <a:lnTo>
                    <a:pt x="3039" y="465"/>
                  </a:lnTo>
                  <a:cubicBezTo>
                    <a:pt x="3039" y="205"/>
                    <a:pt x="2358" y="0"/>
                    <a:pt x="1525" y="0"/>
                  </a:cubicBezTo>
                  <a:close/>
                </a:path>
              </a:pathLst>
            </a:custGeom>
            <a:solidFill>
              <a:srgbClr val="BF2543">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55" name="Google Shape;1155;p25"/>
          <p:cNvSpPr/>
          <p:nvPr/>
        </p:nvSpPr>
        <p:spPr>
          <a:xfrm flipH="1">
            <a:off x="8247301" y="1828433"/>
            <a:ext cx="1176703" cy="192649"/>
          </a:xfrm>
          <a:custGeom>
            <a:rect b="b" l="l" r="r" t="t"/>
            <a:pathLst>
              <a:path extrusionOk="0" h="29961" w="183002">
                <a:moveTo>
                  <a:pt x="11" y="29962"/>
                </a:moveTo>
                <a:lnTo>
                  <a:pt x="183003" y="29962"/>
                </a:lnTo>
                <a:cubicBezTo>
                  <a:pt x="180494" y="21982"/>
                  <a:pt x="170526" y="15701"/>
                  <a:pt x="162374" y="17625"/>
                </a:cubicBezTo>
                <a:cubicBezTo>
                  <a:pt x="160016" y="7440"/>
                  <a:pt x="149864" y="-355"/>
                  <a:pt x="139420" y="12"/>
                </a:cubicBezTo>
                <a:cubicBezTo>
                  <a:pt x="128975" y="380"/>
                  <a:pt x="119385" y="8857"/>
                  <a:pt x="117742" y="19182"/>
                </a:cubicBezTo>
                <a:cubicBezTo>
                  <a:pt x="114022" y="14511"/>
                  <a:pt x="107470" y="12306"/>
                  <a:pt x="101697" y="13787"/>
                </a:cubicBezTo>
                <a:cubicBezTo>
                  <a:pt x="95912" y="15257"/>
                  <a:pt x="91220" y="20339"/>
                  <a:pt x="90193" y="26210"/>
                </a:cubicBezTo>
                <a:cubicBezTo>
                  <a:pt x="86138" y="17625"/>
                  <a:pt x="72656" y="15711"/>
                  <a:pt x="66375" y="22826"/>
                </a:cubicBezTo>
                <a:cubicBezTo>
                  <a:pt x="45897" y="10403"/>
                  <a:pt x="17439" y="13538"/>
                  <a:pt x="0" y="2996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6" name="Google Shape;1156;p25"/>
          <p:cNvSpPr/>
          <p:nvPr/>
        </p:nvSpPr>
        <p:spPr>
          <a:xfrm>
            <a:off x="258315" y="612678"/>
            <a:ext cx="909813" cy="113946"/>
          </a:xfrm>
          <a:custGeom>
            <a:rect b="b" l="l" r="r" t="t"/>
            <a:pathLst>
              <a:path extrusionOk="0" h="17721" w="141495">
                <a:moveTo>
                  <a:pt x="141495" y="17721"/>
                </a:moveTo>
                <a:lnTo>
                  <a:pt x="0" y="17721"/>
                </a:lnTo>
                <a:cubicBezTo>
                  <a:pt x="1384" y="13104"/>
                  <a:pt x="5925" y="7709"/>
                  <a:pt x="10584" y="6509"/>
                </a:cubicBezTo>
                <a:cubicBezTo>
                  <a:pt x="15255" y="5309"/>
                  <a:pt x="20499" y="6726"/>
                  <a:pt x="23937" y="10098"/>
                </a:cubicBezTo>
                <a:cubicBezTo>
                  <a:pt x="28532" y="3136"/>
                  <a:pt x="37236" y="-876"/>
                  <a:pt x="45507" y="162"/>
                </a:cubicBezTo>
                <a:cubicBezTo>
                  <a:pt x="53778" y="1200"/>
                  <a:pt x="61228" y="7233"/>
                  <a:pt x="63963" y="15115"/>
                </a:cubicBezTo>
                <a:cubicBezTo>
                  <a:pt x="68861" y="12120"/>
                  <a:pt x="75197" y="11623"/>
                  <a:pt x="80506" y="13829"/>
                </a:cubicBezTo>
                <a:cubicBezTo>
                  <a:pt x="98831" y="6768"/>
                  <a:pt x="124164" y="8498"/>
                  <a:pt x="141495" y="177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7" name="Google Shape;1157;p25"/>
          <p:cNvSpPr/>
          <p:nvPr/>
        </p:nvSpPr>
        <p:spPr>
          <a:xfrm>
            <a:off x="3647926" y="487312"/>
            <a:ext cx="572154" cy="104365"/>
          </a:xfrm>
          <a:custGeom>
            <a:rect b="b" l="l" r="r" t="t"/>
            <a:pathLst>
              <a:path extrusionOk="0" h="16231" w="88982">
                <a:moveTo>
                  <a:pt x="88982" y="16232"/>
                </a:moveTo>
                <a:lnTo>
                  <a:pt x="0" y="16232"/>
                </a:lnTo>
                <a:cubicBezTo>
                  <a:pt x="3406" y="7399"/>
                  <a:pt x="9558" y="1127"/>
                  <a:pt x="18975" y="133"/>
                </a:cubicBezTo>
                <a:cubicBezTo>
                  <a:pt x="28392" y="-862"/>
                  <a:pt x="38188" y="3798"/>
                  <a:pt x="43356" y="11723"/>
                </a:cubicBezTo>
                <a:cubicBezTo>
                  <a:pt x="57660" y="4209"/>
                  <a:pt x="77273" y="5085"/>
                  <a:pt x="88971" y="162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8" name="Google Shape;1158;p25"/>
          <p:cNvSpPr/>
          <p:nvPr/>
        </p:nvSpPr>
        <p:spPr>
          <a:xfrm>
            <a:off x="6594578" y="657274"/>
            <a:ext cx="2039731" cy="236997"/>
          </a:xfrm>
          <a:custGeom>
            <a:rect b="b" l="l" r="r" t="t"/>
            <a:pathLst>
              <a:path extrusionOk="0" h="36858" w="317221">
                <a:moveTo>
                  <a:pt x="317211" y="36858"/>
                </a:moveTo>
                <a:lnTo>
                  <a:pt x="0" y="36858"/>
                </a:lnTo>
                <a:cubicBezTo>
                  <a:pt x="19116" y="23441"/>
                  <a:pt x="48448" y="21830"/>
                  <a:pt x="69131" y="32663"/>
                </a:cubicBezTo>
                <a:cubicBezTo>
                  <a:pt x="100616" y="23278"/>
                  <a:pt x="134965" y="23776"/>
                  <a:pt x="166158" y="34090"/>
                </a:cubicBezTo>
                <a:cubicBezTo>
                  <a:pt x="168676" y="20132"/>
                  <a:pt x="188646" y="11061"/>
                  <a:pt x="201015" y="18002"/>
                </a:cubicBezTo>
                <a:cubicBezTo>
                  <a:pt x="202205" y="12813"/>
                  <a:pt x="206508" y="8466"/>
                  <a:pt x="211687" y="7212"/>
                </a:cubicBezTo>
                <a:cubicBezTo>
                  <a:pt x="216866" y="5958"/>
                  <a:pt x="222671" y="7871"/>
                  <a:pt x="226110" y="11948"/>
                </a:cubicBezTo>
                <a:cubicBezTo>
                  <a:pt x="232013" y="2347"/>
                  <a:pt x="244825" y="-2346"/>
                  <a:pt x="255540" y="1157"/>
                </a:cubicBezTo>
                <a:cubicBezTo>
                  <a:pt x="266244" y="4661"/>
                  <a:pt x="273801" y="16035"/>
                  <a:pt x="272882" y="27268"/>
                </a:cubicBezTo>
                <a:cubicBezTo>
                  <a:pt x="286711" y="20943"/>
                  <a:pt x="306204" y="26382"/>
                  <a:pt x="317222" y="3685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26"/>
          <p:cNvSpPr txBox="1"/>
          <p:nvPr>
            <p:ph type="title"/>
          </p:nvPr>
        </p:nvSpPr>
        <p:spPr>
          <a:xfrm>
            <a:off x="720000" y="366197"/>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Research Question and Objective</a:t>
            </a:r>
            <a:endParaRPr/>
          </a:p>
        </p:txBody>
      </p:sp>
      <p:sp>
        <p:nvSpPr>
          <p:cNvPr id="1164" name="Google Shape;1164;p26"/>
          <p:cNvSpPr txBox="1"/>
          <p:nvPr>
            <p:ph idx="4" type="subTitle"/>
          </p:nvPr>
        </p:nvSpPr>
        <p:spPr>
          <a:xfrm>
            <a:off x="720000" y="893853"/>
            <a:ext cx="7193700" cy="12291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1700"/>
              <a:t>Q: </a:t>
            </a:r>
            <a:r>
              <a:rPr lang="en" sz="1700"/>
              <a:t>Are traditional rate metrics or Strokes Gained (SG) metrics better predictors of FedEx Cup points? And which variables within each group most strongly explain player performance across seasons?</a:t>
            </a:r>
            <a:endParaRPr sz="1700"/>
          </a:p>
        </p:txBody>
      </p:sp>
      <p:sp>
        <p:nvSpPr>
          <p:cNvPr id="1165" name="Google Shape;1165;p26"/>
          <p:cNvSpPr txBox="1"/>
          <p:nvPr>
            <p:ph idx="1" type="subTitle"/>
          </p:nvPr>
        </p:nvSpPr>
        <p:spPr>
          <a:xfrm>
            <a:off x="720000" y="2077909"/>
            <a:ext cx="7193700" cy="2537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t>Objectives: </a:t>
            </a:r>
            <a:endParaRPr b="1"/>
          </a:p>
          <a:p>
            <a:pPr indent="-304800" lvl="0" marL="457200" rtl="0" algn="l">
              <a:lnSpc>
                <a:spcPct val="115000"/>
              </a:lnSpc>
              <a:spcBef>
                <a:spcPts val="0"/>
              </a:spcBef>
              <a:spcAft>
                <a:spcPts val="0"/>
              </a:spcAft>
              <a:buSzPts val="1200"/>
              <a:buChar char="●"/>
            </a:pPr>
            <a:r>
              <a:rPr lang="en"/>
              <a:t>Evaluate whether traditional rate statistics or Strokes Gained metrics better </a:t>
            </a:r>
            <a:r>
              <a:rPr lang="en" u="sng"/>
              <a:t>explain</a:t>
            </a:r>
            <a:r>
              <a:rPr lang="en"/>
              <a:t> and </a:t>
            </a:r>
            <a:r>
              <a:rPr lang="en" u="sng"/>
              <a:t>predict</a:t>
            </a:r>
            <a:r>
              <a:rPr lang="en"/>
              <a:t> PGA Tour player performance, quantified using FedEx Cup points. </a:t>
            </a:r>
            <a:endParaRPr/>
          </a:p>
          <a:p>
            <a:pPr indent="-304800" lvl="0" marL="457200" rtl="0" algn="l">
              <a:lnSpc>
                <a:spcPct val="115000"/>
              </a:lnSpc>
              <a:spcBef>
                <a:spcPts val="0"/>
              </a:spcBef>
              <a:spcAft>
                <a:spcPts val="0"/>
              </a:spcAft>
              <a:buSzPts val="1200"/>
              <a:buChar char="●"/>
            </a:pPr>
            <a:r>
              <a:rPr lang="en"/>
              <a:t>Identify which variables are most strongly associated with points and forecast 2025 outcomes using 2024 data.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b="1" lang="en"/>
              <a:t>Context: </a:t>
            </a:r>
            <a:endParaRPr b="1"/>
          </a:p>
          <a:p>
            <a:pPr indent="-304800" lvl="0" marL="457200" rtl="0" algn="l">
              <a:lnSpc>
                <a:spcPct val="115000"/>
              </a:lnSpc>
              <a:spcBef>
                <a:spcPts val="0"/>
              </a:spcBef>
              <a:spcAft>
                <a:spcPts val="0"/>
              </a:spcAft>
              <a:buSzPts val="1200"/>
              <a:buChar char="●"/>
            </a:pPr>
            <a:r>
              <a:rPr lang="en"/>
              <a:t>FedEx Cup Points </a:t>
            </a:r>
            <a:r>
              <a:rPr lang="en"/>
              <a:t>serve as a r</a:t>
            </a:r>
            <a:r>
              <a:rPr lang="en"/>
              <a:t>anking system that rewards consistent success and determines Playoff standings. Points are allocated based on field strength, tournament importance, and finishing position.</a:t>
            </a:r>
            <a:endParaRPr/>
          </a:p>
          <a:p>
            <a:pPr indent="-304800" lvl="0" marL="457200" rtl="0" algn="l">
              <a:lnSpc>
                <a:spcPct val="115000"/>
              </a:lnSpc>
              <a:spcBef>
                <a:spcPts val="0"/>
              </a:spcBef>
              <a:spcAft>
                <a:spcPts val="0"/>
              </a:spcAft>
              <a:buSzPts val="1200"/>
              <a:buChar char="●"/>
            </a:pPr>
            <a:r>
              <a:rPr lang="en"/>
              <a:t>Provides insight into what skills matter most for competitive success on the PGA Tour.</a:t>
            </a:r>
            <a:endParaRPr/>
          </a:p>
        </p:txBody>
      </p:sp>
      <p:sp>
        <p:nvSpPr>
          <p:cNvPr id="1166" name="Google Shape;1166;p26"/>
          <p:cNvSpPr/>
          <p:nvPr/>
        </p:nvSpPr>
        <p:spPr>
          <a:xfrm>
            <a:off x="7913831" y="1236913"/>
            <a:ext cx="870255" cy="185280"/>
          </a:xfrm>
          <a:custGeom>
            <a:rect b="b" l="l" r="r" t="t"/>
            <a:pathLst>
              <a:path extrusionOk="0" h="28815" w="135343">
                <a:moveTo>
                  <a:pt x="0" y="28805"/>
                </a:moveTo>
                <a:lnTo>
                  <a:pt x="135343" y="28805"/>
                </a:lnTo>
                <a:cubicBezTo>
                  <a:pt x="132684" y="19063"/>
                  <a:pt x="121958" y="11927"/>
                  <a:pt x="112001" y="13625"/>
                </a:cubicBezTo>
                <a:cubicBezTo>
                  <a:pt x="111903" y="7018"/>
                  <a:pt x="106000" y="1440"/>
                  <a:pt x="99491" y="282"/>
                </a:cubicBezTo>
                <a:cubicBezTo>
                  <a:pt x="92983" y="-874"/>
                  <a:pt x="86257" y="1645"/>
                  <a:pt x="80960" y="5602"/>
                </a:cubicBezTo>
                <a:cubicBezTo>
                  <a:pt x="74840" y="10165"/>
                  <a:pt x="70201" y="16663"/>
                  <a:pt x="67866" y="23928"/>
                </a:cubicBezTo>
                <a:cubicBezTo>
                  <a:pt x="66439" y="21139"/>
                  <a:pt x="63358" y="19279"/>
                  <a:pt x="60233" y="19311"/>
                </a:cubicBezTo>
                <a:cubicBezTo>
                  <a:pt x="57098" y="19333"/>
                  <a:pt x="54060" y="21247"/>
                  <a:pt x="52665" y="24047"/>
                </a:cubicBezTo>
                <a:cubicBezTo>
                  <a:pt x="45323" y="18814"/>
                  <a:pt x="36036" y="16403"/>
                  <a:pt x="27073" y="17387"/>
                </a:cubicBezTo>
                <a:cubicBezTo>
                  <a:pt x="18110" y="18371"/>
                  <a:pt x="6022" y="22112"/>
                  <a:pt x="0" y="288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67" name="Google Shape;1167;p26"/>
          <p:cNvGrpSpPr/>
          <p:nvPr/>
        </p:nvGrpSpPr>
        <p:grpSpPr>
          <a:xfrm>
            <a:off x="8288102" y="3738150"/>
            <a:ext cx="393151" cy="888374"/>
            <a:chOff x="2371457" y="352177"/>
            <a:chExt cx="567236" cy="1281740"/>
          </a:xfrm>
        </p:grpSpPr>
        <p:sp>
          <p:nvSpPr>
            <p:cNvPr id="1168" name="Google Shape;1168;p26"/>
            <p:cNvSpPr/>
            <p:nvPr/>
          </p:nvSpPr>
          <p:spPr>
            <a:xfrm>
              <a:off x="2390160" y="533178"/>
              <a:ext cx="482527" cy="190061"/>
            </a:xfrm>
            <a:custGeom>
              <a:rect b="b" l="l" r="r" t="t"/>
              <a:pathLst>
                <a:path extrusionOk="0" h="19670" w="49951">
                  <a:moveTo>
                    <a:pt x="35961" y="3203"/>
                  </a:moveTo>
                  <a:cubicBezTo>
                    <a:pt x="33614" y="1322"/>
                    <a:pt x="30739" y="-213"/>
                    <a:pt x="27744" y="24"/>
                  </a:cubicBezTo>
                  <a:cubicBezTo>
                    <a:pt x="21376" y="522"/>
                    <a:pt x="17689" y="8404"/>
                    <a:pt x="11375" y="9377"/>
                  </a:cubicBezTo>
                  <a:cubicBezTo>
                    <a:pt x="7894" y="9917"/>
                    <a:pt x="4368" y="8122"/>
                    <a:pt x="1958" y="5549"/>
                  </a:cubicBezTo>
                  <a:cubicBezTo>
                    <a:pt x="1233" y="4771"/>
                    <a:pt x="584" y="3938"/>
                    <a:pt x="0" y="3052"/>
                  </a:cubicBezTo>
                  <a:lnTo>
                    <a:pt x="0" y="17486"/>
                  </a:lnTo>
                  <a:cubicBezTo>
                    <a:pt x="4120" y="21270"/>
                    <a:pt x="11580" y="20081"/>
                    <a:pt x="18943" y="14361"/>
                  </a:cubicBezTo>
                  <a:cubicBezTo>
                    <a:pt x="19203" y="14156"/>
                    <a:pt x="19461" y="13950"/>
                    <a:pt x="19732" y="13734"/>
                  </a:cubicBezTo>
                  <a:cubicBezTo>
                    <a:pt x="22327" y="11626"/>
                    <a:pt x="24933" y="9128"/>
                    <a:pt x="27582" y="7679"/>
                  </a:cubicBezTo>
                  <a:cubicBezTo>
                    <a:pt x="27636" y="7647"/>
                    <a:pt x="27700" y="7625"/>
                    <a:pt x="27754" y="7593"/>
                  </a:cubicBezTo>
                  <a:cubicBezTo>
                    <a:pt x="31160" y="5776"/>
                    <a:pt x="34123" y="5971"/>
                    <a:pt x="36556" y="6955"/>
                  </a:cubicBezTo>
                  <a:cubicBezTo>
                    <a:pt x="36890" y="7095"/>
                    <a:pt x="37226" y="7247"/>
                    <a:pt x="37550" y="7409"/>
                  </a:cubicBezTo>
                  <a:cubicBezTo>
                    <a:pt x="39215" y="8263"/>
                    <a:pt x="40685" y="9420"/>
                    <a:pt x="42286" y="10382"/>
                  </a:cubicBezTo>
                  <a:cubicBezTo>
                    <a:pt x="43227" y="10945"/>
                    <a:pt x="44221" y="11453"/>
                    <a:pt x="45313" y="11777"/>
                  </a:cubicBezTo>
                  <a:cubicBezTo>
                    <a:pt x="46643" y="12177"/>
                    <a:pt x="48222" y="12177"/>
                    <a:pt x="49951" y="11766"/>
                  </a:cubicBezTo>
                  <a:cubicBezTo>
                    <a:pt x="47421" y="11366"/>
                    <a:pt x="44978" y="10458"/>
                    <a:pt x="42859" y="9042"/>
                  </a:cubicBezTo>
                  <a:cubicBezTo>
                    <a:pt x="40361" y="7366"/>
                    <a:pt x="38318" y="5095"/>
                    <a:pt x="35972" y="321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9" name="Google Shape;1169;p26"/>
            <p:cNvSpPr/>
            <p:nvPr/>
          </p:nvSpPr>
          <p:spPr>
            <a:xfrm>
              <a:off x="2431237" y="412801"/>
              <a:ext cx="101614" cy="153440"/>
            </a:xfrm>
            <a:custGeom>
              <a:rect b="b" l="l" r="r" t="t"/>
              <a:pathLst>
                <a:path extrusionOk="0" h="15880" w="10519">
                  <a:moveTo>
                    <a:pt x="670" y="9774"/>
                  </a:moveTo>
                  <a:cubicBezTo>
                    <a:pt x="1016" y="11796"/>
                    <a:pt x="1913" y="13828"/>
                    <a:pt x="3578" y="15007"/>
                  </a:cubicBezTo>
                  <a:cubicBezTo>
                    <a:pt x="5254" y="16185"/>
                    <a:pt x="7806" y="16240"/>
                    <a:pt x="9211" y="14747"/>
                  </a:cubicBezTo>
                  <a:cubicBezTo>
                    <a:pt x="10055" y="13850"/>
                    <a:pt x="10368" y="12585"/>
                    <a:pt x="10401" y="11353"/>
                  </a:cubicBezTo>
                  <a:cubicBezTo>
                    <a:pt x="10443" y="10131"/>
                    <a:pt x="10239" y="8909"/>
                    <a:pt x="10206" y="7687"/>
                  </a:cubicBezTo>
                  <a:cubicBezTo>
                    <a:pt x="10173" y="6541"/>
                    <a:pt x="10282" y="5406"/>
                    <a:pt x="10519" y="4281"/>
                  </a:cubicBezTo>
                  <a:cubicBezTo>
                    <a:pt x="6725" y="3817"/>
                    <a:pt x="3048" y="2314"/>
                    <a:pt x="0" y="0"/>
                  </a:cubicBezTo>
                  <a:cubicBezTo>
                    <a:pt x="291" y="1178"/>
                    <a:pt x="389" y="2422"/>
                    <a:pt x="421" y="3644"/>
                  </a:cubicBezTo>
                  <a:cubicBezTo>
                    <a:pt x="465" y="5687"/>
                    <a:pt x="335" y="7763"/>
                    <a:pt x="670" y="977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0" name="Google Shape;1170;p26"/>
            <p:cNvSpPr/>
            <p:nvPr/>
          </p:nvSpPr>
          <p:spPr>
            <a:xfrm>
              <a:off x="2390160" y="371096"/>
              <a:ext cx="548533" cy="275488"/>
            </a:xfrm>
            <a:custGeom>
              <a:rect b="b" l="l" r="r" t="t"/>
              <a:pathLst>
                <a:path extrusionOk="0" h="28511" w="56784">
                  <a:moveTo>
                    <a:pt x="52103" y="24738"/>
                  </a:moveTo>
                  <a:cubicBezTo>
                    <a:pt x="49941" y="24143"/>
                    <a:pt x="47898" y="22943"/>
                    <a:pt x="46178" y="21483"/>
                  </a:cubicBezTo>
                  <a:cubicBezTo>
                    <a:pt x="43237" y="18996"/>
                    <a:pt x="40978" y="15807"/>
                    <a:pt x="38285" y="13039"/>
                  </a:cubicBezTo>
                  <a:cubicBezTo>
                    <a:pt x="35604" y="10271"/>
                    <a:pt x="32252" y="7828"/>
                    <a:pt x="28414" y="7503"/>
                  </a:cubicBezTo>
                  <a:cubicBezTo>
                    <a:pt x="25733" y="7276"/>
                    <a:pt x="23095" y="8098"/>
                    <a:pt x="20424" y="8509"/>
                  </a:cubicBezTo>
                  <a:cubicBezTo>
                    <a:pt x="20251" y="8531"/>
                    <a:pt x="20078" y="8563"/>
                    <a:pt x="19905" y="8585"/>
                  </a:cubicBezTo>
                  <a:cubicBezTo>
                    <a:pt x="18943" y="8714"/>
                    <a:pt x="17970" y="8758"/>
                    <a:pt x="16997" y="8747"/>
                  </a:cubicBezTo>
                  <a:cubicBezTo>
                    <a:pt x="16251" y="8736"/>
                    <a:pt x="15504" y="8682"/>
                    <a:pt x="14769" y="8585"/>
                  </a:cubicBezTo>
                  <a:cubicBezTo>
                    <a:pt x="14532" y="9698"/>
                    <a:pt x="14412" y="10844"/>
                    <a:pt x="14456" y="11990"/>
                  </a:cubicBezTo>
                  <a:cubicBezTo>
                    <a:pt x="14499" y="13212"/>
                    <a:pt x="14693" y="14434"/>
                    <a:pt x="14651" y="15656"/>
                  </a:cubicBezTo>
                  <a:cubicBezTo>
                    <a:pt x="14608" y="16877"/>
                    <a:pt x="14294" y="18153"/>
                    <a:pt x="13461" y="19051"/>
                  </a:cubicBezTo>
                  <a:cubicBezTo>
                    <a:pt x="12056" y="20543"/>
                    <a:pt x="9504" y="20489"/>
                    <a:pt x="7828" y="19310"/>
                  </a:cubicBezTo>
                  <a:cubicBezTo>
                    <a:pt x="6152" y="18131"/>
                    <a:pt x="5255" y="16099"/>
                    <a:pt x="4920" y="14077"/>
                  </a:cubicBezTo>
                  <a:cubicBezTo>
                    <a:pt x="4585" y="12055"/>
                    <a:pt x="4714" y="9990"/>
                    <a:pt x="4671" y="7947"/>
                  </a:cubicBezTo>
                  <a:cubicBezTo>
                    <a:pt x="4650" y="6725"/>
                    <a:pt x="4541" y="5492"/>
                    <a:pt x="4250" y="4303"/>
                  </a:cubicBezTo>
                  <a:cubicBezTo>
                    <a:pt x="4044" y="4152"/>
                    <a:pt x="3839" y="3990"/>
                    <a:pt x="3644" y="3827"/>
                  </a:cubicBezTo>
                  <a:cubicBezTo>
                    <a:pt x="2271" y="2714"/>
                    <a:pt x="1038" y="1438"/>
                    <a:pt x="0" y="0"/>
                  </a:cubicBezTo>
                  <a:lnTo>
                    <a:pt x="0" y="19807"/>
                  </a:lnTo>
                  <a:cubicBezTo>
                    <a:pt x="584" y="20683"/>
                    <a:pt x="1233" y="21526"/>
                    <a:pt x="1958" y="22305"/>
                  </a:cubicBezTo>
                  <a:cubicBezTo>
                    <a:pt x="4368" y="24867"/>
                    <a:pt x="7894" y="26673"/>
                    <a:pt x="11375" y="26132"/>
                  </a:cubicBezTo>
                  <a:cubicBezTo>
                    <a:pt x="17689" y="25159"/>
                    <a:pt x="21376" y="17288"/>
                    <a:pt x="27744" y="16780"/>
                  </a:cubicBezTo>
                  <a:cubicBezTo>
                    <a:pt x="30739" y="16542"/>
                    <a:pt x="33614" y="18077"/>
                    <a:pt x="35961" y="19959"/>
                  </a:cubicBezTo>
                  <a:cubicBezTo>
                    <a:pt x="38307" y="21840"/>
                    <a:pt x="40350" y="24111"/>
                    <a:pt x="42848" y="25786"/>
                  </a:cubicBezTo>
                  <a:cubicBezTo>
                    <a:pt x="44978" y="27203"/>
                    <a:pt x="47421" y="28122"/>
                    <a:pt x="49941" y="28511"/>
                  </a:cubicBezTo>
                  <a:cubicBezTo>
                    <a:pt x="52070" y="27992"/>
                    <a:pt x="54427" y="26835"/>
                    <a:pt x="56785" y="24932"/>
                  </a:cubicBezTo>
                  <a:cubicBezTo>
                    <a:pt x="55217" y="25267"/>
                    <a:pt x="53628" y="25149"/>
                    <a:pt x="52093" y="24727"/>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1" name="Google Shape;1171;p26"/>
            <p:cNvSpPr/>
            <p:nvPr/>
          </p:nvSpPr>
          <p:spPr>
            <a:xfrm>
              <a:off x="2390160" y="533178"/>
              <a:ext cx="482527" cy="190061"/>
            </a:xfrm>
            <a:custGeom>
              <a:rect b="b" l="l" r="r" t="t"/>
              <a:pathLst>
                <a:path extrusionOk="0" h="19670" w="49951">
                  <a:moveTo>
                    <a:pt x="35961" y="3203"/>
                  </a:moveTo>
                  <a:cubicBezTo>
                    <a:pt x="33614" y="1322"/>
                    <a:pt x="30739" y="-213"/>
                    <a:pt x="27744" y="24"/>
                  </a:cubicBezTo>
                  <a:cubicBezTo>
                    <a:pt x="21376" y="522"/>
                    <a:pt x="17689" y="8404"/>
                    <a:pt x="11375" y="9377"/>
                  </a:cubicBezTo>
                  <a:cubicBezTo>
                    <a:pt x="7894" y="9917"/>
                    <a:pt x="4368" y="8122"/>
                    <a:pt x="1958" y="5549"/>
                  </a:cubicBezTo>
                  <a:cubicBezTo>
                    <a:pt x="1233" y="4771"/>
                    <a:pt x="584" y="3938"/>
                    <a:pt x="0" y="3052"/>
                  </a:cubicBezTo>
                  <a:lnTo>
                    <a:pt x="0" y="17486"/>
                  </a:lnTo>
                  <a:cubicBezTo>
                    <a:pt x="4120" y="21270"/>
                    <a:pt x="11580" y="20081"/>
                    <a:pt x="18943" y="14361"/>
                  </a:cubicBezTo>
                  <a:cubicBezTo>
                    <a:pt x="19203" y="14156"/>
                    <a:pt x="19461" y="13950"/>
                    <a:pt x="19732" y="13734"/>
                  </a:cubicBezTo>
                  <a:cubicBezTo>
                    <a:pt x="22327" y="11626"/>
                    <a:pt x="24933" y="9128"/>
                    <a:pt x="27582" y="7679"/>
                  </a:cubicBezTo>
                  <a:cubicBezTo>
                    <a:pt x="27636" y="7647"/>
                    <a:pt x="27700" y="7625"/>
                    <a:pt x="27754" y="7593"/>
                  </a:cubicBezTo>
                  <a:cubicBezTo>
                    <a:pt x="31160" y="5776"/>
                    <a:pt x="34123" y="5971"/>
                    <a:pt x="36556" y="6955"/>
                  </a:cubicBezTo>
                  <a:cubicBezTo>
                    <a:pt x="36890" y="7095"/>
                    <a:pt x="37226" y="7247"/>
                    <a:pt x="37550" y="7409"/>
                  </a:cubicBezTo>
                  <a:cubicBezTo>
                    <a:pt x="39215" y="8263"/>
                    <a:pt x="40685" y="9420"/>
                    <a:pt x="42286" y="10382"/>
                  </a:cubicBezTo>
                  <a:cubicBezTo>
                    <a:pt x="43227" y="10945"/>
                    <a:pt x="44221" y="11453"/>
                    <a:pt x="45313" y="11777"/>
                  </a:cubicBezTo>
                  <a:cubicBezTo>
                    <a:pt x="46643" y="12177"/>
                    <a:pt x="48222" y="12177"/>
                    <a:pt x="49951" y="11766"/>
                  </a:cubicBezTo>
                  <a:cubicBezTo>
                    <a:pt x="47421" y="11366"/>
                    <a:pt x="44978" y="10458"/>
                    <a:pt x="42859" y="9042"/>
                  </a:cubicBezTo>
                  <a:cubicBezTo>
                    <a:pt x="40361" y="7366"/>
                    <a:pt x="38318" y="5095"/>
                    <a:pt x="35972" y="3214"/>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2" name="Google Shape;1172;p26"/>
            <p:cNvSpPr/>
            <p:nvPr/>
          </p:nvSpPr>
          <p:spPr>
            <a:xfrm>
              <a:off x="2431237" y="412801"/>
              <a:ext cx="101614" cy="153440"/>
            </a:xfrm>
            <a:custGeom>
              <a:rect b="b" l="l" r="r" t="t"/>
              <a:pathLst>
                <a:path extrusionOk="0" h="15880" w="10519">
                  <a:moveTo>
                    <a:pt x="670" y="9774"/>
                  </a:moveTo>
                  <a:cubicBezTo>
                    <a:pt x="1016" y="11796"/>
                    <a:pt x="1913" y="13828"/>
                    <a:pt x="3578" y="15007"/>
                  </a:cubicBezTo>
                  <a:cubicBezTo>
                    <a:pt x="5254" y="16185"/>
                    <a:pt x="7806" y="16240"/>
                    <a:pt x="9211" y="14747"/>
                  </a:cubicBezTo>
                  <a:cubicBezTo>
                    <a:pt x="10055" y="13850"/>
                    <a:pt x="10368" y="12585"/>
                    <a:pt x="10401" y="11353"/>
                  </a:cubicBezTo>
                  <a:cubicBezTo>
                    <a:pt x="10443" y="10131"/>
                    <a:pt x="10239" y="8909"/>
                    <a:pt x="10206" y="7687"/>
                  </a:cubicBezTo>
                  <a:cubicBezTo>
                    <a:pt x="10173" y="6541"/>
                    <a:pt x="10282" y="5406"/>
                    <a:pt x="10519" y="4281"/>
                  </a:cubicBezTo>
                  <a:cubicBezTo>
                    <a:pt x="6725" y="3817"/>
                    <a:pt x="3048" y="2314"/>
                    <a:pt x="0" y="0"/>
                  </a:cubicBezTo>
                  <a:cubicBezTo>
                    <a:pt x="291" y="1178"/>
                    <a:pt x="389" y="2422"/>
                    <a:pt x="421" y="3644"/>
                  </a:cubicBezTo>
                  <a:cubicBezTo>
                    <a:pt x="465" y="5687"/>
                    <a:pt x="335" y="7763"/>
                    <a:pt x="670" y="9774"/>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3" name="Google Shape;1173;p26"/>
            <p:cNvSpPr/>
            <p:nvPr/>
          </p:nvSpPr>
          <p:spPr>
            <a:xfrm>
              <a:off x="2371457" y="352177"/>
              <a:ext cx="29347" cy="1281740"/>
            </a:xfrm>
            <a:custGeom>
              <a:rect b="b" l="l" r="r" t="t"/>
              <a:pathLst>
                <a:path extrusionOk="0" h="132651" w="3038">
                  <a:moveTo>
                    <a:pt x="1514" y="0"/>
                  </a:moveTo>
                  <a:cubicBezTo>
                    <a:pt x="670" y="0"/>
                    <a:pt x="0" y="205"/>
                    <a:pt x="0" y="465"/>
                  </a:cubicBezTo>
                  <a:lnTo>
                    <a:pt x="0" y="132068"/>
                  </a:lnTo>
                  <a:cubicBezTo>
                    <a:pt x="876" y="132316"/>
                    <a:pt x="1904" y="132522"/>
                    <a:pt x="3039" y="132652"/>
                  </a:cubicBezTo>
                  <a:lnTo>
                    <a:pt x="3039" y="465"/>
                  </a:lnTo>
                  <a:cubicBezTo>
                    <a:pt x="3039" y="205"/>
                    <a:pt x="2358" y="0"/>
                    <a:pt x="1525"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4" name="Google Shape;1174;p26"/>
            <p:cNvSpPr/>
            <p:nvPr/>
          </p:nvSpPr>
          <p:spPr>
            <a:xfrm>
              <a:off x="2371457" y="352177"/>
              <a:ext cx="29347" cy="1281740"/>
            </a:xfrm>
            <a:custGeom>
              <a:rect b="b" l="l" r="r" t="t"/>
              <a:pathLst>
                <a:path extrusionOk="0" h="132651" w="3038">
                  <a:moveTo>
                    <a:pt x="1514" y="0"/>
                  </a:moveTo>
                  <a:cubicBezTo>
                    <a:pt x="670" y="0"/>
                    <a:pt x="0" y="205"/>
                    <a:pt x="0" y="465"/>
                  </a:cubicBezTo>
                  <a:lnTo>
                    <a:pt x="0" y="132068"/>
                  </a:lnTo>
                  <a:cubicBezTo>
                    <a:pt x="876" y="132316"/>
                    <a:pt x="1904" y="132522"/>
                    <a:pt x="3039" y="132652"/>
                  </a:cubicBezTo>
                  <a:lnTo>
                    <a:pt x="3039" y="465"/>
                  </a:lnTo>
                  <a:cubicBezTo>
                    <a:pt x="3039" y="205"/>
                    <a:pt x="2358" y="0"/>
                    <a:pt x="1525" y="0"/>
                  </a:cubicBezTo>
                  <a:close/>
                </a:path>
              </a:pathLst>
            </a:custGeom>
            <a:solidFill>
              <a:srgbClr val="BF2543">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cxnSp>
        <p:nvCxnSpPr>
          <p:cNvPr id="1175" name="Google Shape;1175;p26"/>
          <p:cNvCxnSpPr/>
          <p:nvPr/>
        </p:nvCxnSpPr>
        <p:spPr>
          <a:xfrm>
            <a:off x="641878" y="1158097"/>
            <a:ext cx="0" cy="868800"/>
          </a:xfrm>
          <a:prstGeom prst="straightConnector1">
            <a:avLst/>
          </a:prstGeom>
          <a:noFill/>
          <a:ln cap="flat" cmpd="sng" w="38100">
            <a:solidFill>
              <a:srgbClr val="253D6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Rate Statistics (Golf 101)</a:t>
            </a:r>
            <a:endParaRPr/>
          </a:p>
        </p:txBody>
      </p:sp>
      <p:sp>
        <p:nvSpPr>
          <p:cNvPr id="1181" name="Google Shape;1181;p27"/>
          <p:cNvSpPr txBox="1"/>
          <p:nvPr>
            <p:ph idx="1" type="body"/>
          </p:nvPr>
        </p:nvSpPr>
        <p:spPr>
          <a:xfrm>
            <a:off x="720000" y="1074611"/>
            <a:ext cx="6059100" cy="32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Fairway in Regulation (FIR): </a:t>
            </a:r>
            <a:r>
              <a:rPr lang="en"/>
              <a:t>Tee Shots that land in the fairway</a:t>
            </a:r>
            <a:endParaRPr/>
          </a:p>
          <a:p>
            <a:pPr indent="-304800" lvl="0" marL="457200" rtl="0" algn="l">
              <a:spcBef>
                <a:spcPts val="0"/>
              </a:spcBef>
              <a:spcAft>
                <a:spcPts val="0"/>
              </a:spcAft>
              <a:buSzPts val="1200"/>
              <a:buChar char="●"/>
            </a:pPr>
            <a:r>
              <a:rPr lang="en"/>
              <a:t>FIR % : Tee Shots that land in Fairway/Total Tee Shots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Green in Regulation (GIR): </a:t>
            </a:r>
            <a:r>
              <a:rPr lang="en"/>
              <a:t>Approach Shots that land on the green. </a:t>
            </a:r>
            <a:endParaRPr/>
          </a:p>
          <a:p>
            <a:pPr indent="-304800" lvl="0" marL="457200" rtl="0" algn="l">
              <a:spcBef>
                <a:spcPts val="0"/>
              </a:spcBef>
              <a:spcAft>
                <a:spcPts val="0"/>
              </a:spcAft>
              <a:buSzPts val="1200"/>
              <a:buChar char="●"/>
            </a:pPr>
            <a:r>
              <a:rPr lang="en"/>
              <a:t>Par 3: First Shot</a:t>
            </a:r>
            <a:endParaRPr/>
          </a:p>
          <a:p>
            <a:pPr indent="-304800" lvl="0" marL="457200" rtl="0" algn="l">
              <a:spcBef>
                <a:spcPts val="0"/>
              </a:spcBef>
              <a:spcAft>
                <a:spcPts val="0"/>
              </a:spcAft>
              <a:buSzPts val="1200"/>
              <a:buChar char="●"/>
            </a:pPr>
            <a:r>
              <a:rPr lang="en"/>
              <a:t>Par 4: Second shot. </a:t>
            </a:r>
            <a:endParaRPr/>
          </a:p>
          <a:p>
            <a:pPr indent="-304800" lvl="0" marL="457200" rtl="0" algn="l">
              <a:spcBef>
                <a:spcPts val="0"/>
              </a:spcBef>
              <a:spcAft>
                <a:spcPts val="0"/>
              </a:spcAft>
              <a:buSzPts val="1200"/>
              <a:buChar char="●"/>
            </a:pPr>
            <a:r>
              <a:rPr lang="en"/>
              <a:t>Par 5: Third shot</a:t>
            </a:r>
            <a:endParaRPr/>
          </a:p>
          <a:p>
            <a:pPr indent="-304800" lvl="1" marL="914400" rtl="0" algn="l">
              <a:spcBef>
                <a:spcPts val="0"/>
              </a:spcBef>
              <a:spcAft>
                <a:spcPts val="0"/>
              </a:spcAft>
              <a:buSzPts val="1200"/>
              <a:buChar char="○"/>
            </a:pPr>
            <a:r>
              <a:rPr lang="en"/>
              <a:t> If your second shot on a Par 5 lands on the green, this is called a Green Under Regulation (GUR), but statistically is counted as a GIR. </a:t>
            </a:r>
            <a:endParaRPr/>
          </a:p>
          <a:p>
            <a:pPr indent="-304800" lvl="0" marL="457200" rtl="0" algn="l">
              <a:spcBef>
                <a:spcPts val="0"/>
              </a:spcBef>
              <a:spcAft>
                <a:spcPts val="0"/>
              </a:spcAft>
              <a:buSzPts val="1200"/>
              <a:buChar char="●"/>
            </a:pPr>
            <a:r>
              <a:rPr lang="en"/>
              <a:t>GIR %: Approach Shots that land on the Green/Total Number of Approach Shots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Scrambling:</a:t>
            </a:r>
            <a:r>
              <a:rPr lang="en"/>
              <a:t> If a player misses the GIR, how often do they still score par or better?</a:t>
            </a:r>
            <a:endParaRPr/>
          </a:p>
          <a:p>
            <a:pPr indent="-304800" lvl="0" marL="457200" rtl="0" algn="l">
              <a:spcBef>
                <a:spcPts val="0"/>
              </a:spcBef>
              <a:spcAft>
                <a:spcPts val="0"/>
              </a:spcAft>
              <a:buSzPts val="1200"/>
              <a:buChar char="●"/>
            </a:pPr>
            <a:r>
              <a:rPr lang="en"/>
              <a:t>Scrambling %: Number of times par or better score on missed GIR/Total missed GIR</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Overall Putting Average: </a:t>
            </a:r>
            <a:r>
              <a:rPr lang="en"/>
              <a:t>Total Number of Putts / Total Number of Holes Played</a:t>
            </a:r>
            <a:endParaRPr/>
          </a:p>
        </p:txBody>
      </p:sp>
      <p:pic>
        <p:nvPicPr>
          <p:cNvPr id="1182" name="Google Shape;1182;p27" title="image.png"/>
          <p:cNvPicPr preferRelativeResize="0"/>
          <p:nvPr/>
        </p:nvPicPr>
        <p:blipFill>
          <a:blip r:embed="rId3">
            <a:alphaModFix/>
          </a:blip>
          <a:stretch>
            <a:fillRect/>
          </a:stretch>
        </p:blipFill>
        <p:spPr>
          <a:xfrm>
            <a:off x="6583769" y="174541"/>
            <a:ext cx="2424900" cy="45466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Strokes Gained Statistics</a:t>
            </a:r>
            <a:endParaRPr/>
          </a:p>
          <a:p>
            <a:pPr indent="0" lvl="0" marL="0" rtl="0" algn="l">
              <a:spcBef>
                <a:spcPts val="0"/>
              </a:spcBef>
              <a:spcAft>
                <a:spcPts val="0"/>
              </a:spcAft>
              <a:buNone/>
            </a:pPr>
            <a:r>
              <a:t/>
            </a:r>
            <a:endParaRPr/>
          </a:p>
        </p:txBody>
      </p:sp>
      <p:sp>
        <p:nvSpPr>
          <p:cNvPr id="1188" name="Google Shape;1188;p28"/>
          <p:cNvSpPr/>
          <p:nvPr/>
        </p:nvSpPr>
        <p:spPr>
          <a:xfrm flipH="1">
            <a:off x="8297651" y="1287033"/>
            <a:ext cx="1176703" cy="192649"/>
          </a:xfrm>
          <a:custGeom>
            <a:rect b="b" l="l" r="r" t="t"/>
            <a:pathLst>
              <a:path extrusionOk="0" h="29961" w="183002">
                <a:moveTo>
                  <a:pt x="11" y="29962"/>
                </a:moveTo>
                <a:lnTo>
                  <a:pt x="183003" y="29962"/>
                </a:lnTo>
                <a:cubicBezTo>
                  <a:pt x="180494" y="21982"/>
                  <a:pt x="170526" y="15701"/>
                  <a:pt x="162374" y="17625"/>
                </a:cubicBezTo>
                <a:cubicBezTo>
                  <a:pt x="160016" y="7440"/>
                  <a:pt x="149864" y="-355"/>
                  <a:pt x="139420" y="12"/>
                </a:cubicBezTo>
                <a:cubicBezTo>
                  <a:pt x="128975" y="380"/>
                  <a:pt x="119385" y="8857"/>
                  <a:pt x="117742" y="19182"/>
                </a:cubicBezTo>
                <a:cubicBezTo>
                  <a:pt x="114022" y="14511"/>
                  <a:pt x="107470" y="12306"/>
                  <a:pt x="101697" y="13787"/>
                </a:cubicBezTo>
                <a:cubicBezTo>
                  <a:pt x="95912" y="15257"/>
                  <a:pt x="91220" y="20339"/>
                  <a:pt x="90193" y="26210"/>
                </a:cubicBezTo>
                <a:cubicBezTo>
                  <a:pt x="86138" y="17625"/>
                  <a:pt x="72656" y="15711"/>
                  <a:pt x="66375" y="22826"/>
                </a:cubicBezTo>
                <a:cubicBezTo>
                  <a:pt x="45897" y="10403"/>
                  <a:pt x="17439" y="13538"/>
                  <a:pt x="0" y="2996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9" name="Google Shape;1189;p28"/>
          <p:cNvSpPr/>
          <p:nvPr/>
        </p:nvSpPr>
        <p:spPr>
          <a:xfrm>
            <a:off x="6022426" y="1973062"/>
            <a:ext cx="572154" cy="104365"/>
          </a:xfrm>
          <a:custGeom>
            <a:rect b="b" l="l" r="r" t="t"/>
            <a:pathLst>
              <a:path extrusionOk="0" h="16231" w="88982">
                <a:moveTo>
                  <a:pt x="88982" y="16232"/>
                </a:moveTo>
                <a:lnTo>
                  <a:pt x="0" y="16232"/>
                </a:lnTo>
                <a:cubicBezTo>
                  <a:pt x="3406" y="7399"/>
                  <a:pt x="9558" y="1127"/>
                  <a:pt x="18975" y="133"/>
                </a:cubicBezTo>
                <a:cubicBezTo>
                  <a:pt x="28392" y="-862"/>
                  <a:pt x="38188" y="3798"/>
                  <a:pt x="43356" y="11723"/>
                </a:cubicBezTo>
                <a:cubicBezTo>
                  <a:pt x="57660" y="4209"/>
                  <a:pt x="77273" y="5085"/>
                  <a:pt x="88971" y="162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90" name="Google Shape;1190;p28"/>
          <p:cNvGrpSpPr/>
          <p:nvPr/>
        </p:nvGrpSpPr>
        <p:grpSpPr>
          <a:xfrm>
            <a:off x="7084734" y="3930322"/>
            <a:ext cx="2058714" cy="678320"/>
            <a:chOff x="7084734" y="3930322"/>
            <a:chExt cx="2058714" cy="678320"/>
          </a:xfrm>
        </p:grpSpPr>
        <p:sp>
          <p:nvSpPr>
            <p:cNvPr id="1191" name="Google Shape;1191;p28"/>
            <p:cNvSpPr/>
            <p:nvPr/>
          </p:nvSpPr>
          <p:spPr>
            <a:xfrm>
              <a:off x="8145620" y="3930322"/>
              <a:ext cx="997812" cy="678320"/>
            </a:xfrm>
            <a:custGeom>
              <a:rect b="b" l="l" r="r" t="t"/>
              <a:pathLst>
                <a:path extrusionOk="0" h="185841" w="226518">
                  <a:moveTo>
                    <a:pt x="194332" y="1391"/>
                  </a:moveTo>
                  <a:cubicBezTo>
                    <a:pt x="175984" y="5326"/>
                    <a:pt x="158987" y="20452"/>
                    <a:pt x="158219" y="39200"/>
                  </a:cubicBezTo>
                  <a:cubicBezTo>
                    <a:pt x="154435" y="32637"/>
                    <a:pt x="146024" y="29156"/>
                    <a:pt x="138704" y="31113"/>
                  </a:cubicBezTo>
                  <a:cubicBezTo>
                    <a:pt x="131395" y="33080"/>
                    <a:pt x="125860" y="40314"/>
                    <a:pt x="125870" y="47882"/>
                  </a:cubicBezTo>
                  <a:cubicBezTo>
                    <a:pt x="119156" y="35200"/>
                    <a:pt x="102798" y="29102"/>
                    <a:pt x="88958" y="32864"/>
                  </a:cubicBezTo>
                  <a:cubicBezTo>
                    <a:pt x="75119" y="36637"/>
                    <a:pt x="64469" y="49114"/>
                    <a:pt x="61345" y="63116"/>
                  </a:cubicBezTo>
                  <a:cubicBezTo>
                    <a:pt x="58220" y="77117"/>
                    <a:pt x="62091" y="92178"/>
                    <a:pt x="70222" y="104007"/>
                  </a:cubicBezTo>
                  <a:cubicBezTo>
                    <a:pt x="61712" y="101055"/>
                    <a:pt x="51625" y="109780"/>
                    <a:pt x="53312" y="118624"/>
                  </a:cubicBezTo>
                  <a:cubicBezTo>
                    <a:pt x="37180" y="119251"/>
                    <a:pt x="21481" y="127328"/>
                    <a:pt x="11589" y="140086"/>
                  </a:cubicBezTo>
                  <a:cubicBezTo>
                    <a:pt x="1695" y="152855"/>
                    <a:pt x="-2208" y="170067"/>
                    <a:pt x="1220" y="185842"/>
                  </a:cubicBezTo>
                  <a:cubicBezTo>
                    <a:pt x="72730" y="158498"/>
                    <a:pt x="150003" y="148530"/>
                    <a:pt x="226518" y="151914"/>
                  </a:cubicBezTo>
                  <a:lnTo>
                    <a:pt x="226518" y="2212"/>
                  </a:lnTo>
                  <a:cubicBezTo>
                    <a:pt x="215847" y="-166"/>
                    <a:pt x="204959" y="-901"/>
                    <a:pt x="194321" y="1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92" name="Google Shape;1192;p28"/>
            <p:cNvGrpSpPr/>
            <p:nvPr/>
          </p:nvGrpSpPr>
          <p:grpSpPr>
            <a:xfrm>
              <a:off x="7084734" y="4426965"/>
              <a:ext cx="2058714" cy="179549"/>
              <a:chOff x="7814590" y="4271587"/>
              <a:chExt cx="1326491" cy="334731"/>
            </a:xfrm>
          </p:grpSpPr>
          <p:sp>
            <p:nvSpPr>
              <p:cNvPr id="1193" name="Google Shape;1193;p28"/>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4" name="Google Shape;1194;p28"/>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5" name="Google Shape;1195;p28"/>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196" name="Google Shape;1196;p28"/>
          <p:cNvSpPr txBox="1"/>
          <p:nvPr/>
        </p:nvSpPr>
        <p:spPr>
          <a:xfrm>
            <a:off x="720000" y="1119075"/>
            <a:ext cx="8070900" cy="324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Open Sans"/>
                <a:ea typeface="Open Sans"/>
                <a:cs typeface="Open Sans"/>
                <a:sym typeface="Open Sans"/>
              </a:rPr>
              <a:t>Assume the function </a:t>
            </a:r>
            <a:r>
              <a:rPr i="1" lang="en" sz="1200">
                <a:solidFill>
                  <a:schemeClr val="dk1"/>
                </a:solidFill>
                <a:latin typeface="Open Sans"/>
                <a:ea typeface="Open Sans"/>
                <a:cs typeface="Open Sans"/>
                <a:sym typeface="Open Sans"/>
              </a:rPr>
              <a:t>J(d, c)</a:t>
            </a:r>
            <a:r>
              <a:rPr lang="en" sz="1200">
                <a:solidFill>
                  <a:schemeClr val="dk1"/>
                </a:solidFill>
                <a:latin typeface="Open Sans"/>
                <a:ea typeface="Open Sans"/>
                <a:cs typeface="Open Sans"/>
                <a:sym typeface="Open Sans"/>
              </a:rPr>
              <a:t>, where:</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i="1" lang="en" sz="1200">
                <a:solidFill>
                  <a:schemeClr val="dk1"/>
                </a:solidFill>
                <a:latin typeface="Open Sans"/>
                <a:ea typeface="Open Sans"/>
                <a:cs typeface="Open Sans"/>
                <a:sym typeface="Open Sans"/>
              </a:rPr>
              <a:t>d</a:t>
            </a:r>
            <a:r>
              <a:rPr lang="en" sz="1200">
                <a:solidFill>
                  <a:schemeClr val="dk1"/>
                </a:solidFill>
                <a:latin typeface="Open Sans"/>
                <a:ea typeface="Open Sans"/>
                <a:cs typeface="Open Sans"/>
                <a:sym typeface="Open Sans"/>
              </a:rPr>
              <a:t> - represents the distance to the hole from the current location</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i="1" lang="en" sz="1200">
                <a:solidFill>
                  <a:schemeClr val="dk1"/>
                </a:solidFill>
                <a:latin typeface="Open Sans"/>
                <a:ea typeface="Open Sans"/>
                <a:cs typeface="Open Sans"/>
                <a:sym typeface="Open Sans"/>
              </a:rPr>
              <a:t>c </a:t>
            </a:r>
            <a:r>
              <a:rPr lang="en" sz="1200">
                <a:solidFill>
                  <a:schemeClr val="dk1"/>
                </a:solidFill>
                <a:latin typeface="Open Sans"/>
                <a:ea typeface="Open Sans"/>
                <a:cs typeface="Open Sans"/>
                <a:sym typeface="Open Sans"/>
              </a:rPr>
              <a:t>- </a:t>
            </a:r>
            <a:r>
              <a:rPr lang="en" sz="1200">
                <a:solidFill>
                  <a:schemeClr val="dk1"/>
                </a:solidFill>
                <a:latin typeface="Open Sans"/>
                <a:ea typeface="Open Sans"/>
                <a:cs typeface="Open Sans"/>
                <a:sym typeface="Open Sans"/>
              </a:rPr>
              <a:t>represents t</a:t>
            </a:r>
            <a:r>
              <a:rPr lang="en" sz="1200">
                <a:solidFill>
                  <a:schemeClr val="dk1"/>
                </a:solidFill>
                <a:latin typeface="Open Sans"/>
                <a:ea typeface="Open Sans"/>
                <a:cs typeface="Open Sans"/>
                <a:sym typeface="Open Sans"/>
              </a:rPr>
              <a:t>he condition of the current ball location (like green, tee, fairway, rough, sand, recovery)</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i="1" lang="en" sz="1200">
                <a:solidFill>
                  <a:schemeClr val="dk1"/>
                </a:solidFill>
                <a:latin typeface="Open Sans"/>
                <a:ea typeface="Open Sans"/>
                <a:cs typeface="Open Sans"/>
                <a:sym typeface="Open Sans"/>
              </a:rPr>
              <a:t>J </a:t>
            </a:r>
            <a:r>
              <a:rPr lang="en" sz="1200">
                <a:solidFill>
                  <a:schemeClr val="dk1"/>
                </a:solidFill>
                <a:latin typeface="Open Sans"/>
                <a:ea typeface="Open Sans"/>
                <a:cs typeface="Open Sans"/>
                <a:sym typeface="Open Sans"/>
              </a:rPr>
              <a:t>- the average number of strokes a PGA TOUR golfer takes to finish the hole from the current distance and condition (the benchmark)</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rPr lang="en" sz="1200">
                <a:solidFill>
                  <a:schemeClr val="dk1"/>
                </a:solidFill>
                <a:latin typeface="Open Sans"/>
                <a:ea typeface="Open Sans"/>
                <a:cs typeface="Open Sans"/>
                <a:sym typeface="Open Sans"/>
              </a:rPr>
              <a:t>Strokes Gained of the </a:t>
            </a:r>
            <a:r>
              <a:rPr i="1" lang="en" sz="1200">
                <a:solidFill>
                  <a:schemeClr val="dk1"/>
                </a:solidFill>
                <a:latin typeface="Open Sans"/>
                <a:ea typeface="Open Sans"/>
                <a:cs typeface="Open Sans"/>
                <a:sym typeface="Open Sans"/>
              </a:rPr>
              <a:t>i</a:t>
            </a:r>
            <a:r>
              <a:rPr baseline="30000" lang="en" sz="1500">
                <a:solidFill>
                  <a:schemeClr val="dk1"/>
                </a:solidFill>
                <a:latin typeface="Open Sans"/>
                <a:ea typeface="Open Sans"/>
                <a:cs typeface="Open Sans"/>
                <a:sym typeface="Open Sans"/>
              </a:rPr>
              <a:t>th</a:t>
            </a:r>
            <a:r>
              <a:rPr baseline="30000" lang="en" sz="1200">
                <a:solidFill>
                  <a:schemeClr val="dk1"/>
                </a:solidFill>
                <a:latin typeface="Open Sans"/>
                <a:ea typeface="Open Sans"/>
                <a:cs typeface="Open Sans"/>
                <a:sym typeface="Open Sans"/>
              </a:rPr>
              <a:t> </a:t>
            </a:r>
            <a:r>
              <a:rPr lang="en" sz="1200">
                <a:solidFill>
                  <a:schemeClr val="dk1"/>
                </a:solidFill>
                <a:latin typeface="Open Sans"/>
                <a:ea typeface="Open Sans"/>
                <a:cs typeface="Open Sans"/>
                <a:sym typeface="Open Sans"/>
              </a:rPr>
              <a:t>shot on a hole that starts at ( </a:t>
            </a:r>
            <a:r>
              <a:rPr i="1" lang="en" sz="1200">
                <a:solidFill>
                  <a:schemeClr val="dk1"/>
                </a:solidFill>
                <a:latin typeface="Open Sans"/>
                <a:ea typeface="Open Sans"/>
                <a:cs typeface="Open Sans"/>
                <a:sym typeface="Open Sans"/>
              </a:rPr>
              <a:t>d</a:t>
            </a:r>
            <a:r>
              <a:rPr baseline="-25000" i="1" lang="en">
                <a:solidFill>
                  <a:schemeClr val="dk1"/>
                </a:solidFill>
                <a:latin typeface="Open Sans"/>
                <a:ea typeface="Open Sans"/>
                <a:cs typeface="Open Sans"/>
                <a:sym typeface="Open Sans"/>
              </a:rPr>
              <a:t>i</a:t>
            </a:r>
            <a:r>
              <a:rPr i="1" lang="en" sz="1200">
                <a:solidFill>
                  <a:schemeClr val="dk1"/>
                </a:solidFill>
                <a:latin typeface="Open Sans"/>
                <a:ea typeface="Open Sans"/>
                <a:cs typeface="Open Sans"/>
                <a:sym typeface="Open Sans"/>
              </a:rPr>
              <a:t> </a:t>
            </a:r>
            <a:r>
              <a:rPr lang="en" sz="1200">
                <a:solidFill>
                  <a:schemeClr val="dk1"/>
                </a:solidFill>
                <a:latin typeface="Open Sans"/>
                <a:ea typeface="Open Sans"/>
                <a:cs typeface="Open Sans"/>
                <a:sym typeface="Open Sans"/>
              </a:rPr>
              <a:t>, </a:t>
            </a:r>
            <a:r>
              <a:rPr i="1" lang="en" sz="1200">
                <a:solidFill>
                  <a:schemeClr val="dk1"/>
                </a:solidFill>
                <a:latin typeface="Open Sans"/>
                <a:ea typeface="Open Sans"/>
                <a:cs typeface="Open Sans"/>
                <a:sym typeface="Open Sans"/>
              </a:rPr>
              <a:t>c</a:t>
            </a:r>
            <a:r>
              <a:rPr baseline="-25000" i="1" lang="en">
                <a:solidFill>
                  <a:schemeClr val="dk1"/>
                </a:solidFill>
                <a:latin typeface="Open Sans"/>
                <a:ea typeface="Open Sans"/>
                <a:cs typeface="Open Sans"/>
                <a:sym typeface="Open Sans"/>
              </a:rPr>
              <a:t>i</a:t>
            </a:r>
            <a:r>
              <a:rPr lang="en" sz="1200">
                <a:solidFill>
                  <a:schemeClr val="dk1"/>
                </a:solidFill>
                <a:latin typeface="Open Sans"/>
                <a:ea typeface="Open Sans"/>
                <a:cs typeface="Open Sans"/>
                <a:sym typeface="Open Sans"/>
              </a:rPr>
              <a:t> ) and finishes at ( </a:t>
            </a:r>
            <a:r>
              <a:rPr i="1" lang="en" sz="1200">
                <a:solidFill>
                  <a:schemeClr val="dk1"/>
                </a:solidFill>
                <a:latin typeface="Open Sans"/>
                <a:ea typeface="Open Sans"/>
                <a:cs typeface="Open Sans"/>
                <a:sym typeface="Open Sans"/>
              </a:rPr>
              <a:t>d</a:t>
            </a:r>
            <a:r>
              <a:rPr baseline="-25000" i="1" lang="en">
                <a:solidFill>
                  <a:schemeClr val="dk1"/>
                </a:solidFill>
                <a:latin typeface="Open Sans"/>
                <a:ea typeface="Open Sans"/>
                <a:cs typeface="Open Sans"/>
                <a:sym typeface="Open Sans"/>
              </a:rPr>
              <a:t>i+1</a:t>
            </a:r>
            <a:r>
              <a:rPr i="1" lang="en" sz="1200">
                <a:solidFill>
                  <a:schemeClr val="dk1"/>
                </a:solidFill>
                <a:latin typeface="Open Sans"/>
                <a:ea typeface="Open Sans"/>
                <a:cs typeface="Open Sans"/>
                <a:sym typeface="Open Sans"/>
              </a:rPr>
              <a:t> </a:t>
            </a:r>
            <a:r>
              <a:rPr lang="en" sz="1200">
                <a:solidFill>
                  <a:schemeClr val="dk1"/>
                </a:solidFill>
                <a:latin typeface="Open Sans"/>
                <a:ea typeface="Open Sans"/>
                <a:cs typeface="Open Sans"/>
                <a:sym typeface="Open Sans"/>
              </a:rPr>
              <a:t>, </a:t>
            </a:r>
            <a:r>
              <a:rPr i="1" lang="en" sz="1200">
                <a:solidFill>
                  <a:schemeClr val="dk1"/>
                </a:solidFill>
                <a:latin typeface="Open Sans"/>
                <a:ea typeface="Open Sans"/>
                <a:cs typeface="Open Sans"/>
                <a:sym typeface="Open Sans"/>
              </a:rPr>
              <a:t>c</a:t>
            </a:r>
            <a:r>
              <a:rPr baseline="-25000" i="1" lang="en">
                <a:solidFill>
                  <a:schemeClr val="dk1"/>
                </a:solidFill>
                <a:latin typeface="Open Sans"/>
                <a:ea typeface="Open Sans"/>
                <a:cs typeface="Open Sans"/>
                <a:sym typeface="Open Sans"/>
              </a:rPr>
              <a:t>i+1</a:t>
            </a:r>
            <a:r>
              <a:rPr lang="en" sz="1200">
                <a:solidFill>
                  <a:schemeClr val="dk1"/>
                </a:solidFill>
                <a:latin typeface="Open Sans"/>
                <a:ea typeface="Open Sans"/>
                <a:cs typeface="Open Sans"/>
                <a:sym typeface="Open Sans"/>
              </a:rPr>
              <a:t> ) is defined:</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rPr i="1" lang="en" sz="1200">
                <a:solidFill>
                  <a:schemeClr val="dk1"/>
                </a:solidFill>
                <a:latin typeface="Open Sans"/>
                <a:ea typeface="Open Sans"/>
                <a:cs typeface="Open Sans"/>
                <a:sym typeface="Open Sans"/>
              </a:rPr>
              <a:t>g</a:t>
            </a:r>
            <a:r>
              <a:rPr baseline="-25000" i="1" lang="en">
                <a:solidFill>
                  <a:schemeClr val="dk1"/>
                </a:solidFill>
                <a:latin typeface="Open Sans"/>
                <a:ea typeface="Open Sans"/>
                <a:cs typeface="Open Sans"/>
                <a:sym typeface="Open Sans"/>
              </a:rPr>
              <a:t>i</a:t>
            </a:r>
            <a:r>
              <a:rPr i="1" lang="en" sz="1700">
                <a:solidFill>
                  <a:schemeClr val="dk1"/>
                </a:solidFill>
                <a:latin typeface="Open Sans"/>
                <a:ea typeface="Open Sans"/>
                <a:cs typeface="Open Sans"/>
                <a:sym typeface="Open Sans"/>
              </a:rPr>
              <a:t> </a:t>
            </a:r>
            <a:r>
              <a:rPr i="1" lang="en" sz="1200">
                <a:solidFill>
                  <a:schemeClr val="dk1"/>
                </a:solidFill>
                <a:latin typeface="Open Sans"/>
                <a:ea typeface="Open Sans"/>
                <a:cs typeface="Open Sans"/>
                <a:sym typeface="Open Sans"/>
              </a:rPr>
              <a:t>=</a:t>
            </a:r>
            <a:r>
              <a:rPr i="1" lang="en" sz="1100">
                <a:solidFill>
                  <a:schemeClr val="dk1"/>
                </a:solidFill>
                <a:latin typeface="Open Sans"/>
                <a:ea typeface="Open Sans"/>
                <a:cs typeface="Open Sans"/>
                <a:sym typeface="Open Sans"/>
              </a:rPr>
              <a:t> J </a:t>
            </a:r>
            <a:r>
              <a:rPr lang="en" sz="1200">
                <a:solidFill>
                  <a:schemeClr val="dk1"/>
                </a:solidFill>
                <a:latin typeface="Open Sans"/>
                <a:ea typeface="Open Sans"/>
                <a:cs typeface="Open Sans"/>
                <a:sym typeface="Open Sans"/>
              </a:rPr>
              <a:t>( </a:t>
            </a:r>
            <a:r>
              <a:rPr i="1" lang="en" sz="1200">
                <a:solidFill>
                  <a:schemeClr val="dk1"/>
                </a:solidFill>
                <a:latin typeface="Open Sans"/>
                <a:ea typeface="Open Sans"/>
                <a:cs typeface="Open Sans"/>
                <a:sym typeface="Open Sans"/>
              </a:rPr>
              <a:t>d</a:t>
            </a:r>
            <a:r>
              <a:rPr baseline="-25000" i="1" lang="en">
                <a:solidFill>
                  <a:schemeClr val="dk1"/>
                </a:solidFill>
                <a:latin typeface="Open Sans"/>
                <a:ea typeface="Open Sans"/>
                <a:cs typeface="Open Sans"/>
                <a:sym typeface="Open Sans"/>
              </a:rPr>
              <a:t>i</a:t>
            </a:r>
            <a:r>
              <a:rPr i="1" lang="en" sz="1200">
                <a:solidFill>
                  <a:schemeClr val="dk1"/>
                </a:solidFill>
                <a:latin typeface="Open Sans"/>
                <a:ea typeface="Open Sans"/>
                <a:cs typeface="Open Sans"/>
                <a:sym typeface="Open Sans"/>
              </a:rPr>
              <a:t> </a:t>
            </a:r>
            <a:r>
              <a:rPr lang="en" sz="1200">
                <a:solidFill>
                  <a:schemeClr val="dk1"/>
                </a:solidFill>
                <a:latin typeface="Open Sans"/>
                <a:ea typeface="Open Sans"/>
                <a:cs typeface="Open Sans"/>
                <a:sym typeface="Open Sans"/>
              </a:rPr>
              <a:t>, </a:t>
            </a:r>
            <a:r>
              <a:rPr i="1" lang="en" sz="1200">
                <a:solidFill>
                  <a:schemeClr val="dk1"/>
                </a:solidFill>
                <a:latin typeface="Open Sans"/>
                <a:ea typeface="Open Sans"/>
                <a:cs typeface="Open Sans"/>
                <a:sym typeface="Open Sans"/>
              </a:rPr>
              <a:t>c</a:t>
            </a:r>
            <a:r>
              <a:rPr baseline="-25000" i="1" lang="en">
                <a:solidFill>
                  <a:schemeClr val="dk1"/>
                </a:solidFill>
                <a:latin typeface="Open Sans"/>
                <a:ea typeface="Open Sans"/>
                <a:cs typeface="Open Sans"/>
                <a:sym typeface="Open Sans"/>
              </a:rPr>
              <a:t>i</a:t>
            </a:r>
            <a:r>
              <a:rPr lang="en" sz="1200">
                <a:solidFill>
                  <a:schemeClr val="dk1"/>
                </a:solidFill>
                <a:latin typeface="Open Sans"/>
                <a:ea typeface="Open Sans"/>
                <a:cs typeface="Open Sans"/>
                <a:sym typeface="Open Sans"/>
              </a:rPr>
              <a:t> ) –  </a:t>
            </a:r>
            <a:r>
              <a:rPr i="1" lang="en" sz="1200">
                <a:solidFill>
                  <a:schemeClr val="dk1"/>
                </a:solidFill>
                <a:latin typeface="Open Sans"/>
                <a:ea typeface="Open Sans"/>
                <a:cs typeface="Open Sans"/>
                <a:sym typeface="Open Sans"/>
              </a:rPr>
              <a:t>J </a:t>
            </a:r>
            <a:r>
              <a:rPr lang="en" sz="1200">
                <a:solidFill>
                  <a:schemeClr val="dk1"/>
                </a:solidFill>
                <a:latin typeface="Open Sans"/>
                <a:ea typeface="Open Sans"/>
                <a:cs typeface="Open Sans"/>
                <a:sym typeface="Open Sans"/>
              </a:rPr>
              <a:t>( </a:t>
            </a:r>
            <a:r>
              <a:rPr i="1" lang="en" sz="1200">
                <a:solidFill>
                  <a:schemeClr val="dk1"/>
                </a:solidFill>
                <a:latin typeface="Open Sans"/>
                <a:ea typeface="Open Sans"/>
                <a:cs typeface="Open Sans"/>
                <a:sym typeface="Open Sans"/>
              </a:rPr>
              <a:t>d</a:t>
            </a:r>
            <a:r>
              <a:rPr baseline="-25000" i="1" lang="en">
                <a:solidFill>
                  <a:schemeClr val="dk1"/>
                </a:solidFill>
                <a:latin typeface="Open Sans"/>
                <a:ea typeface="Open Sans"/>
                <a:cs typeface="Open Sans"/>
                <a:sym typeface="Open Sans"/>
              </a:rPr>
              <a:t>i+1</a:t>
            </a:r>
            <a:r>
              <a:rPr i="1" lang="en" sz="1200">
                <a:solidFill>
                  <a:schemeClr val="dk1"/>
                </a:solidFill>
                <a:latin typeface="Open Sans"/>
                <a:ea typeface="Open Sans"/>
                <a:cs typeface="Open Sans"/>
                <a:sym typeface="Open Sans"/>
              </a:rPr>
              <a:t> </a:t>
            </a:r>
            <a:r>
              <a:rPr lang="en" sz="1200">
                <a:solidFill>
                  <a:schemeClr val="dk1"/>
                </a:solidFill>
                <a:latin typeface="Open Sans"/>
                <a:ea typeface="Open Sans"/>
                <a:cs typeface="Open Sans"/>
                <a:sym typeface="Open Sans"/>
              </a:rPr>
              <a:t>, </a:t>
            </a:r>
            <a:r>
              <a:rPr i="1" lang="en" sz="1200">
                <a:solidFill>
                  <a:schemeClr val="dk1"/>
                </a:solidFill>
                <a:latin typeface="Open Sans"/>
                <a:ea typeface="Open Sans"/>
                <a:cs typeface="Open Sans"/>
                <a:sym typeface="Open Sans"/>
              </a:rPr>
              <a:t>c</a:t>
            </a:r>
            <a:r>
              <a:rPr baseline="-25000" i="1" lang="en">
                <a:solidFill>
                  <a:schemeClr val="dk1"/>
                </a:solidFill>
                <a:latin typeface="Open Sans"/>
                <a:ea typeface="Open Sans"/>
                <a:cs typeface="Open Sans"/>
                <a:sym typeface="Open Sans"/>
              </a:rPr>
              <a:t>i+1</a:t>
            </a:r>
            <a:r>
              <a:rPr lang="en" sz="1200">
                <a:solidFill>
                  <a:schemeClr val="dk1"/>
                </a:solidFill>
                <a:latin typeface="Open Sans"/>
                <a:ea typeface="Open Sans"/>
                <a:cs typeface="Open Sans"/>
                <a:sym typeface="Open Sans"/>
              </a:rPr>
              <a:t> ) – 1</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lang="en" sz="1200">
                <a:solidFill>
                  <a:schemeClr val="dk1"/>
                </a:solidFill>
                <a:latin typeface="Open Sans"/>
                <a:ea typeface="Open Sans"/>
                <a:cs typeface="Open Sans"/>
                <a:sym typeface="Open Sans"/>
              </a:rPr>
              <a:t>In other words, </a:t>
            </a:r>
            <a:r>
              <a:rPr b="1" lang="en" sz="1200">
                <a:solidFill>
                  <a:schemeClr val="dk1"/>
                </a:solidFill>
                <a:latin typeface="Open Sans"/>
                <a:ea typeface="Open Sans"/>
                <a:cs typeface="Open Sans"/>
                <a:sym typeface="Open Sans"/>
              </a:rPr>
              <a:t>“s</a:t>
            </a:r>
            <a:r>
              <a:rPr b="1" lang="en" sz="1200">
                <a:solidFill>
                  <a:schemeClr val="dk1"/>
                </a:solidFill>
                <a:latin typeface="Open Sans"/>
                <a:ea typeface="Open Sans"/>
                <a:cs typeface="Open Sans"/>
                <a:sym typeface="Open Sans"/>
              </a:rPr>
              <a:t>trokes gained represents the decrease in the average number of strokes to finish the hole from beginning of the shot to the end of the shot, minus one to account for the stroke taken.”</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Measures the expected strokes the </a:t>
            </a:r>
            <a:r>
              <a:rPr lang="en" sz="1200">
                <a:solidFill>
                  <a:schemeClr val="dk1"/>
                </a:solidFill>
                <a:latin typeface="Open Sans"/>
                <a:ea typeface="Open Sans"/>
                <a:cs typeface="Open Sans"/>
                <a:sym typeface="Open Sans"/>
              </a:rPr>
              <a:t>average</a:t>
            </a:r>
            <a:r>
              <a:rPr lang="en" sz="1200">
                <a:solidFill>
                  <a:schemeClr val="dk1"/>
                </a:solidFill>
                <a:latin typeface="Open Sans"/>
                <a:ea typeface="Open Sans"/>
                <a:cs typeface="Open Sans"/>
                <a:sym typeface="Open Sans"/>
              </a:rPr>
              <a:t> PGA player would take to finish the hole at the beginning of a shot minus the expected strokes they would take to finish the hole from where the ball landed. </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Based on distance to the hole and the condition the ball is in.</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lang="en" sz="1200">
                <a:solidFill>
                  <a:schemeClr val="dk1"/>
                </a:solidFill>
                <a:latin typeface="Open Sans"/>
                <a:ea typeface="Open Sans"/>
                <a:cs typeface="Open Sans"/>
                <a:sym typeface="Open Sans"/>
              </a:rPr>
              <a:t>Similar to calculating Run Expectancy in baseball! (Previously done in class)</a:t>
            </a:r>
            <a:endParaRPr sz="1100">
              <a:solidFill>
                <a:schemeClr val="dk1"/>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Variables &amp; Data Source</a:t>
            </a:r>
            <a:endParaRPr/>
          </a:p>
        </p:txBody>
      </p:sp>
      <p:sp>
        <p:nvSpPr>
          <p:cNvPr id="1202" name="Google Shape;1202;p29"/>
          <p:cNvSpPr txBox="1"/>
          <p:nvPr>
            <p:ph idx="1" type="body"/>
          </p:nvPr>
        </p:nvSpPr>
        <p:spPr>
          <a:xfrm>
            <a:off x="720000" y="1074600"/>
            <a:ext cx="3737400" cy="347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Strokes Gained: </a:t>
            </a:r>
            <a:endParaRPr b="1"/>
          </a:p>
          <a:p>
            <a:pPr indent="-304800" lvl="0" marL="457200" rtl="0" algn="l">
              <a:spcBef>
                <a:spcPts val="0"/>
              </a:spcBef>
              <a:spcAft>
                <a:spcPts val="0"/>
              </a:spcAft>
              <a:buClr>
                <a:schemeClr val="dk1"/>
              </a:buClr>
              <a:buSzPts val="1200"/>
              <a:buFont typeface="Open Sans"/>
              <a:buChar char="●"/>
            </a:pPr>
            <a:r>
              <a:rPr lang="en"/>
              <a:t>Average Strokes Gained Off the Tee</a:t>
            </a:r>
            <a:endParaRPr/>
          </a:p>
          <a:p>
            <a:pPr indent="-304800" lvl="0" marL="457200" rtl="0" algn="l">
              <a:spcBef>
                <a:spcPts val="0"/>
              </a:spcBef>
              <a:spcAft>
                <a:spcPts val="0"/>
              </a:spcAft>
              <a:buClr>
                <a:schemeClr val="dk1"/>
              </a:buClr>
              <a:buSzPts val="1200"/>
              <a:buFont typeface="Open Sans"/>
              <a:buChar char="●"/>
            </a:pPr>
            <a:r>
              <a:rPr lang="en"/>
              <a:t>Average Strokes Gained Approach</a:t>
            </a:r>
            <a:endParaRPr/>
          </a:p>
          <a:p>
            <a:pPr indent="-304800" lvl="0" marL="457200" rtl="0" algn="l">
              <a:spcBef>
                <a:spcPts val="0"/>
              </a:spcBef>
              <a:spcAft>
                <a:spcPts val="0"/>
              </a:spcAft>
              <a:buClr>
                <a:schemeClr val="dk1"/>
              </a:buClr>
              <a:buSzPts val="1200"/>
              <a:buFont typeface="Open Sans"/>
              <a:buChar char="●"/>
            </a:pPr>
            <a:r>
              <a:rPr lang="en"/>
              <a:t>Average Strokes Gained Around the Green</a:t>
            </a:r>
            <a:endParaRPr/>
          </a:p>
          <a:p>
            <a:pPr indent="-304800" lvl="0" marL="457200" rtl="0" algn="l">
              <a:spcBef>
                <a:spcPts val="0"/>
              </a:spcBef>
              <a:spcAft>
                <a:spcPts val="0"/>
              </a:spcAft>
              <a:buClr>
                <a:schemeClr val="dk1"/>
              </a:buClr>
              <a:buSzPts val="1200"/>
              <a:buFont typeface="Open Sans"/>
              <a:buChar char="●"/>
            </a:pPr>
            <a:r>
              <a:rPr lang="en"/>
              <a:t>Average Strokes Gained Putting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Rate Stats:</a:t>
            </a:r>
            <a:endParaRPr b="1"/>
          </a:p>
          <a:p>
            <a:pPr indent="-304800" lvl="0" marL="457200" rtl="0" algn="l">
              <a:spcBef>
                <a:spcPts val="0"/>
              </a:spcBef>
              <a:spcAft>
                <a:spcPts val="0"/>
              </a:spcAft>
              <a:buClr>
                <a:schemeClr val="dk1"/>
              </a:buClr>
              <a:buSzPts val="1200"/>
              <a:buFont typeface="Open Sans"/>
              <a:buChar char="●"/>
            </a:pPr>
            <a:r>
              <a:rPr lang="en"/>
              <a:t>Fairways in Regulation Percentage </a:t>
            </a:r>
            <a:endParaRPr/>
          </a:p>
          <a:p>
            <a:pPr indent="-304800" lvl="0" marL="457200" rtl="0" algn="l">
              <a:spcBef>
                <a:spcPts val="0"/>
              </a:spcBef>
              <a:spcAft>
                <a:spcPts val="0"/>
              </a:spcAft>
              <a:buClr>
                <a:schemeClr val="dk1"/>
              </a:buClr>
              <a:buSzPts val="1200"/>
              <a:buFont typeface="Open Sans"/>
              <a:buChar char="●"/>
            </a:pPr>
            <a:r>
              <a:rPr lang="en"/>
              <a:t>Greens in Regulation Percentage</a:t>
            </a:r>
            <a:endParaRPr/>
          </a:p>
          <a:p>
            <a:pPr indent="-304800" lvl="0" marL="457200" rtl="0" algn="l">
              <a:spcBef>
                <a:spcPts val="0"/>
              </a:spcBef>
              <a:spcAft>
                <a:spcPts val="0"/>
              </a:spcAft>
              <a:buClr>
                <a:schemeClr val="dk1"/>
              </a:buClr>
              <a:buSzPts val="1200"/>
              <a:buFont typeface="Open Sans"/>
              <a:buChar char="●"/>
            </a:pPr>
            <a:r>
              <a:rPr lang="en"/>
              <a:t>Scrambling Percentage</a:t>
            </a:r>
            <a:endParaRPr/>
          </a:p>
          <a:p>
            <a:pPr indent="-304800" lvl="0" marL="457200" rtl="0" algn="l">
              <a:spcBef>
                <a:spcPts val="0"/>
              </a:spcBef>
              <a:spcAft>
                <a:spcPts val="0"/>
              </a:spcAft>
              <a:buClr>
                <a:schemeClr val="dk1"/>
              </a:buClr>
              <a:buSzPts val="1200"/>
              <a:buFont typeface="Open Sans"/>
              <a:buChar char="●"/>
            </a:pPr>
            <a:r>
              <a:rPr lang="en"/>
              <a:t>Overall Putting Average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Outcome Variable:</a:t>
            </a:r>
            <a:endParaRPr b="1"/>
          </a:p>
          <a:p>
            <a:pPr indent="-304800" lvl="0" marL="457200" rtl="0" algn="l">
              <a:spcBef>
                <a:spcPts val="0"/>
              </a:spcBef>
              <a:spcAft>
                <a:spcPts val="0"/>
              </a:spcAft>
              <a:buSzPts val="1200"/>
              <a:buChar char="●"/>
            </a:pPr>
            <a:r>
              <a:rPr lang="en"/>
              <a:t>FedEx Cup Points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Other:</a:t>
            </a:r>
            <a:endParaRPr b="1"/>
          </a:p>
          <a:p>
            <a:pPr indent="-304800" lvl="0" marL="457200" rtl="0" algn="l">
              <a:spcBef>
                <a:spcPts val="0"/>
              </a:spcBef>
              <a:spcAft>
                <a:spcPts val="0"/>
              </a:spcAft>
              <a:buSzPts val="1200"/>
              <a:buChar char="●"/>
            </a:pPr>
            <a:r>
              <a:rPr lang="en"/>
              <a:t>Player (Name)</a:t>
            </a:r>
            <a:endParaRPr/>
          </a:p>
          <a:p>
            <a:pPr indent="-304800" lvl="0" marL="457200" rtl="0" algn="l">
              <a:spcBef>
                <a:spcPts val="0"/>
              </a:spcBef>
              <a:spcAft>
                <a:spcPts val="0"/>
              </a:spcAft>
              <a:buSzPts val="1200"/>
              <a:buChar char="●"/>
            </a:pPr>
            <a:r>
              <a:rPr lang="en"/>
              <a:t>Player ID</a:t>
            </a:r>
            <a:endParaRPr/>
          </a:p>
        </p:txBody>
      </p:sp>
      <p:sp>
        <p:nvSpPr>
          <p:cNvPr id="1203" name="Google Shape;1203;p29"/>
          <p:cNvSpPr txBox="1"/>
          <p:nvPr/>
        </p:nvSpPr>
        <p:spPr>
          <a:xfrm>
            <a:off x="4764300" y="1739700"/>
            <a:ext cx="3659700" cy="166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Open Sans"/>
                <a:ea typeface="Open Sans"/>
                <a:cs typeface="Open Sans"/>
                <a:sym typeface="Open Sans"/>
              </a:rPr>
              <a:t>All data for this project was collected from the official </a:t>
            </a:r>
            <a:r>
              <a:rPr b="1" lang="en" sz="1200" u="sng">
                <a:solidFill>
                  <a:schemeClr val="dk1"/>
                </a:solidFill>
                <a:latin typeface="Open Sans"/>
                <a:ea typeface="Open Sans"/>
                <a:cs typeface="Open Sans"/>
                <a:sym typeface="Open Sans"/>
                <a:hlinkClick r:id="rId3">
                  <a:extLst>
                    <a:ext uri="{A12FA001-AC4F-418D-AE19-62706E023703}">
                      <ahyp:hlinkClr val="tx"/>
                    </a:ext>
                  </a:extLst>
                </a:hlinkClick>
              </a:rPr>
              <a:t>PGA Tour statistics website</a:t>
            </a:r>
            <a:r>
              <a:rPr lang="en" sz="1200">
                <a:solidFill>
                  <a:schemeClr val="dk1"/>
                </a:solidFill>
                <a:latin typeface="Open Sans"/>
                <a:ea typeface="Open Sans"/>
                <a:cs typeface="Open Sans"/>
                <a:sym typeface="Open Sans"/>
              </a:rPr>
              <a:t>, which provides downloadable tables for each performance metric. For every category, we selected the relevant year and filtered for the TOUR Championship (year-to-date) totals to capture each player’s full-season performance.</a:t>
            </a:r>
            <a:endParaRPr sz="1300">
              <a:solidFill>
                <a:schemeClr val="dk1"/>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Methodology</a:t>
            </a:r>
            <a:endParaRPr/>
          </a:p>
        </p:txBody>
      </p:sp>
      <p:sp>
        <p:nvSpPr>
          <p:cNvPr id="1209" name="Google Shape;1209;p30"/>
          <p:cNvSpPr txBox="1"/>
          <p:nvPr>
            <p:ph idx="1" type="subTitle"/>
          </p:nvPr>
        </p:nvSpPr>
        <p:spPr>
          <a:xfrm>
            <a:off x="720000" y="1074030"/>
            <a:ext cx="7486800" cy="3408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AutoNum type="arabicPeriod"/>
            </a:pPr>
            <a:r>
              <a:rPr b="1" lang="en"/>
              <a:t>Data Collection &amp; Preparation</a:t>
            </a:r>
            <a:endParaRPr b="1"/>
          </a:p>
          <a:p>
            <a:pPr indent="-304800" lvl="0" marL="914400" rtl="0" algn="l">
              <a:spcBef>
                <a:spcPts val="0"/>
              </a:spcBef>
              <a:spcAft>
                <a:spcPts val="0"/>
              </a:spcAft>
              <a:buSzPts val="1200"/>
              <a:buChar char="●"/>
            </a:pPr>
            <a:r>
              <a:rPr lang="en"/>
              <a:t>Downloaded 2024 and 2025 PGA Tour stats and merged tables using Player ID.</a:t>
            </a:r>
            <a:endParaRPr/>
          </a:p>
          <a:p>
            <a:pPr indent="-304800" lvl="0" marL="914400" rtl="0" algn="l">
              <a:spcBef>
                <a:spcPts val="0"/>
              </a:spcBef>
              <a:spcAft>
                <a:spcPts val="0"/>
              </a:spcAft>
              <a:buSzPts val="1200"/>
              <a:buChar char="●"/>
            </a:pPr>
            <a:r>
              <a:rPr lang="en"/>
              <a:t>Created two datasets: 2024 season through Sept 1, 2024 (training) and 2025 season through Aug 24, 2025 (testing)</a:t>
            </a:r>
            <a:endParaRPr/>
          </a:p>
          <a:p>
            <a:pPr indent="-304800" lvl="0" marL="457200" rtl="0" algn="l">
              <a:spcBef>
                <a:spcPts val="0"/>
              </a:spcBef>
              <a:spcAft>
                <a:spcPts val="0"/>
              </a:spcAft>
              <a:buSzPts val="1200"/>
              <a:buAutoNum type="arabicPeriod"/>
            </a:pPr>
            <a:r>
              <a:rPr b="1" lang="en"/>
              <a:t>Exploratory Data Analysis</a:t>
            </a:r>
            <a:endParaRPr b="1"/>
          </a:p>
          <a:p>
            <a:pPr indent="-304800" lvl="0" marL="914400" rtl="0" algn="l">
              <a:spcBef>
                <a:spcPts val="0"/>
              </a:spcBef>
              <a:spcAft>
                <a:spcPts val="0"/>
              </a:spcAft>
              <a:buSzPts val="1200"/>
              <a:buChar char="●"/>
            </a:pPr>
            <a:r>
              <a:rPr lang="en"/>
              <a:t>Computed summary statistics for all variables and examined correlation </a:t>
            </a:r>
            <a:r>
              <a:rPr lang="en"/>
              <a:t>matrices</a:t>
            </a:r>
            <a:r>
              <a:rPr lang="en"/>
              <a:t>.</a:t>
            </a:r>
            <a:endParaRPr/>
          </a:p>
          <a:p>
            <a:pPr indent="-304800" lvl="0" marL="457200" rtl="0" algn="l">
              <a:spcBef>
                <a:spcPts val="0"/>
              </a:spcBef>
              <a:spcAft>
                <a:spcPts val="0"/>
              </a:spcAft>
              <a:buSzPts val="1200"/>
              <a:buAutoNum type="arabicPeriod"/>
            </a:pPr>
            <a:r>
              <a:rPr b="1" lang="en"/>
              <a:t>Normalized Outcome Variable (FedEx Cup Points)</a:t>
            </a:r>
            <a:endParaRPr b="1"/>
          </a:p>
          <a:p>
            <a:pPr indent="-304800" lvl="0" marL="914400" rtl="0" algn="l">
              <a:spcBef>
                <a:spcPts val="0"/>
              </a:spcBef>
              <a:spcAft>
                <a:spcPts val="0"/>
              </a:spcAft>
              <a:buSzPts val="1200"/>
              <a:buChar char="●"/>
            </a:pPr>
            <a:r>
              <a:rPr lang="en"/>
              <a:t>Found that Total Points was highly right-skewed (Gamma distribution).</a:t>
            </a:r>
            <a:endParaRPr/>
          </a:p>
          <a:p>
            <a:pPr indent="-304800" lvl="0" marL="914400" rtl="0" algn="l">
              <a:spcBef>
                <a:spcPts val="0"/>
              </a:spcBef>
              <a:spcAft>
                <a:spcPts val="0"/>
              </a:spcAft>
              <a:buSzPts val="1200"/>
              <a:buChar char="●"/>
            </a:pPr>
            <a:r>
              <a:rPr lang="en"/>
              <a:t>Performed a Box–Cox power transformation, or included Gamma argument in lm().</a:t>
            </a:r>
            <a:endParaRPr/>
          </a:p>
          <a:p>
            <a:pPr indent="-304800" lvl="0" marL="457200" rtl="0" algn="l">
              <a:spcBef>
                <a:spcPts val="0"/>
              </a:spcBef>
              <a:spcAft>
                <a:spcPts val="0"/>
              </a:spcAft>
              <a:buSzPts val="1200"/>
              <a:buAutoNum type="arabicPeriod"/>
            </a:pPr>
            <a:r>
              <a:rPr b="1" lang="en"/>
              <a:t>Model Building (Training on 2024)</a:t>
            </a:r>
            <a:endParaRPr b="1"/>
          </a:p>
          <a:p>
            <a:pPr indent="-304800" lvl="0" marL="914400" rtl="0" algn="l">
              <a:spcBef>
                <a:spcPts val="0"/>
              </a:spcBef>
              <a:spcAft>
                <a:spcPts val="0"/>
              </a:spcAft>
              <a:buSzPts val="1200"/>
              <a:buChar char="●"/>
            </a:pPr>
            <a:r>
              <a:rPr lang="en"/>
              <a:t>Rate Stats GLM: Box-Cox FedEx Points ~ FIR% + GIR% + Scrambling% + Putting Avg.</a:t>
            </a:r>
            <a:endParaRPr/>
          </a:p>
          <a:p>
            <a:pPr indent="-304800" lvl="0" marL="914400" rtl="0" algn="l">
              <a:spcBef>
                <a:spcPts val="0"/>
              </a:spcBef>
              <a:spcAft>
                <a:spcPts val="0"/>
              </a:spcAft>
              <a:buSzPts val="1200"/>
              <a:buChar char="●"/>
            </a:pPr>
            <a:r>
              <a:rPr lang="en"/>
              <a:t>Strokes Gained GLM: Box-Cox FedEx Points ~ SG Off-the-Tee + SG Approach + SG Around-the-Green + SG Putting.</a:t>
            </a:r>
            <a:endParaRPr/>
          </a:p>
          <a:p>
            <a:pPr indent="-304800" lvl="0" marL="457200" rtl="0" algn="l">
              <a:spcBef>
                <a:spcPts val="0"/>
              </a:spcBef>
              <a:spcAft>
                <a:spcPts val="0"/>
              </a:spcAft>
              <a:buSzPts val="1200"/>
              <a:buAutoNum type="arabicPeriod"/>
            </a:pPr>
            <a:r>
              <a:rPr b="1" lang="en"/>
              <a:t>Evaluate Predictive Performance (Testing on 2025)</a:t>
            </a:r>
            <a:endParaRPr b="1"/>
          </a:p>
          <a:p>
            <a:pPr indent="-304800" lvl="0" marL="914400" rtl="0" algn="l">
              <a:spcBef>
                <a:spcPts val="0"/>
              </a:spcBef>
              <a:spcAft>
                <a:spcPts val="0"/>
              </a:spcAft>
              <a:buSzPts val="1200"/>
              <a:buChar char="●"/>
            </a:pPr>
            <a:r>
              <a:rPr lang="en"/>
              <a:t>Inverted Box–Cox to obtain predictions on the original scale</a:t>
            </a:r>
            <a:endParaRPr/>
          </a:p>
          <a:p>
            <a:pPr indent="-304800" lvl="0" marL="914400" rtl="0" algn="l">
              <a:spcBef>
                <a:spcPts val="0"/>
              </a:spcBef>
              <a:spcAft>
                <a:spcPts val="0"/>
              </a:spcAft>
              <a:buSzPts val="1200"/>
              <a:buChar char="●"/>
            </a:pPr>
            <a:r>
              <a:rPr lang="en"/>
              <a:t>Compared models using predictive correlation, RMSE, MAE, R², MAPE</a:t>
            </a:r>
            <a:endParaRPr/>
          </a:p>
          <a:p>
            <a:pPr indent="-304800" lvl="0" marL="914400" rtl="0" algn="l">
              <a:spcBef>
                <a:spcPts val="0"/>
              </a:spcBef>
              <a:spcAft>
                <a:spcPts val="0"/>
              </a:spcAft>
              <a:buSzPts val="1200"/>
              <a:buChar char="●"/>
            </a:pPr>
            <a:r>
              <a:rPr lang="en"/>
              <a:t>Visualized Actual vs Predicted and ranking accuracy</a:t>
            </a:r>
            <a:endParaRPr/>
          </a:p>
        </p:txBody>
      </p:sp>
      <p:sp>
        <p:nvSpPr>
          <p:cNvPr id="1210" name="Google Shape;1210;p30"/>
          <p:cNvSpPr/>
          <p:nvPr/>
        </p:nvSpPr>
        <p:spPr>
          <a:xfrm>
            <a:off x="7913831" y="1236913"/>
            <a:ext cx="870255" cy="185280"/>
          </a:xfrm>
          <a:custGeom>
            <a:rect b="b" l="l" r="r" t="t"/>
            <a:pathLst>
              <a:path extrusionOk="0" h="28815" w="135343">
                <a:moveTo>
                  <a:pt x="0" y="28805"/>
                </a:moveTo>
                <a:lnTo>
                  <a:pt x="135343" y="28805"/>
                </a:lnTo>
                <a:cubicBezTo>
                  <a:pt x="132684" y="19063"/>
                  <a:pt x="121958" y="11927"/>
                  <a:pt x="112001" y="13625"/>
                </a:cubicBezTo>
                <a:cubicBezTo>
                  <a:pt x="111903" y="7018"/>
                  <a:pt x="106000" y="1440"/>
                  <a:pt x="99491" y="282"/>
                </a:cubicBezTo>
                <a:cubicBezTo>
                  <a:pt x="92983" y="-874"/>
                  <a:pt x="86257" y="1645"/>
                  <a:pt x="80960" y="5602"/>
                </a:cubicBezTo>
                <a:cubicBezTo>
                  <a:pt x="74840" y="10165"/>
                  <a:pt x="70201" y="16663"/>
                  <a:pt x="67866" y="23928"/>
                </a:cubicBezTo>
                <a:cubicBezTo>
                  <a:pt x="66439" y="21139"/>
                  <a:pt x="63358" y="19279"/>
                  <a:pt x="60233" y="19311"/>
                </a:cubicBezTo>
                <a:cubicBezTo>
                  <a:pt x="57098" y="19333"/>
                  <a:pt x="54060" y="21247"/>
                  <a:pt x="52665" y="24047"/>
                </a:cubicBezTo>
                <a:cubicBezTo>
                  <a:pt x="45323" y="18814"/>
                  <a:pt x="36036" y="16403"/>
                  <a:pt x="27073" y="17387"/>
                </a:cubicBezTo>
                <a:cubicBezTo>
                  <a:pt x="18110" y="18371"/>
                  <a:pt x="6022" y="22112"/>
                  <a:pt x="0" y="288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11" name="Google Shape;1211;p30"/>
          <p:cNvGrpSpPr/>
          <p:nvPr/>
        </p:nvGrpSpPr>
        <p:grpSpPr>
          <a:xfrm>
            <a:off x="7813627" y="3715625"/>
            <a:ext cx="393151" cy="888374"/>
            <a:chOff x="2371457" y="352177"/>
            <a:chExt cx="567236" cy="1281740"/>
          </a:xfrm>
        </p:grpSpPr>
        <p:sp>
          <p:nvSpPr>
            <p:cNvPr id="1212" name="Google Shape;1212;p30"/>
            <p:cNvSpPr/>
            <p:nvPr/>
          </p:nvSpPr>
          <p:spPr>
            <a:xfrm>
              <a:off x="2390160" y="533178"/>
              <a:ext cx="482527" cy="190061"/>
            </a:xfrm>
            <a:custGeom>
              <a:rect b="b" l="l" r="r" t="t"/>
              <a:pathLst>
                <a:path extrusionOk="0" h="19670" w="49951">
                  <a:moveTo>
                    <a:pt x="35961" y="3203"/>
                  </a:moveTo>
                  <a:cubicBezTo>
                    <a:pt x="33614" y="1322"/>
                    <a:pt x="30739" y="-213"/>
                    <a:pt x="27744" y="24"/>
                  </a:cubicBezTo>
                  <a:cubicBezTo>
                    <a:pt x="21376" y="522"/>
                    <a:pt x="17689" y="8404"/>
                    <a:pt x="11375" y="9377"/>
                  </a:cubicBezTo>
                  <a:cubicBezTo>
                    <a:pt x="7894" y="9917"/>
                    <a:pt x="4368" y="8122"/>
                    <a:pt x="1958" y="5549"/>
                  </a:cubicBezTo>
                  <a:cubicBezTo>
                    <a:pt x="1233" y="4771"/>
                    <a:pt x="584" y="3938"/>
                    <a:pt x="0" y="3052"/>
                  </a:cubicBezTo>
                  <a:lnTo>
                    <a:pt x="0" y="17486"/>
                  </a:lnTo>
                  <a:cubicBezTo>
                    <a:pt x="4120" y="21270"/>
                    <a:pt x="11580" y="20081"/>
                    <a:pt x="18943" y="14361"/>
                  </a:cubicBezTo>
                  <a:cubicBezTo>
                    <a:pt x="19203" y="14156"/>
                    <a:pt x="19461" y="13950"/>
                    <a:pt x="19732" y="13734"/>
                  </a:cubicBezTo>
                  <a:cubicBezTo>
                    <a:pt x="22327" y="11626"/>
                    <a:pt x="24933" y="9128"/>
                    <a:pt x="27582" y="7679"/>
                  </a:cubicBezTo>
                  <a:cubicBezTo>
                    <a:pt x="27636" y="7647"/>
                    <a:pt x="27700" y="7625"/>
                    <a:pt x="27754" y="7593"/>
                  </a:cubicBezTo>
                  <a:cubicBezTo>
                    <a:pt x="31160" y="5776"/>
                    <a:pt x="34123" y="5971"/>
                    <a:pt x="36556" y="6955"/>
                  </a:cubicBezTo>
                  <a:cubicBezTo>
                    <a:pt x="36890" y="7095"/>
                    <a:pt x="37226" y="7247"/>
                    <a:pt x="37550" y="7409"/>
                  </a:cubicBezTo>
                  <a:cubicBezTo>
                    <a:pt x="39215" y="8263"/>
                    <a:pt x="40685" y="9420"/>
                    <a:pt x="42286" y="10382"/>
                  </a:cubicBezTo>
                  <a:cubicBezTo>
                    <a:pt x="43227" y="10945"/>
                    <a:pt x="44221" y="11453"/>
                    <a:pt x="45313" y="11777"/>
                  </a:cubicBezTo>
                  <a:cubicBezTo>
                    <a:pt x="46643" y="12177"/>
                    <a:pt x="48222" y="12177"/>
                    <a:pt x="49951" y="11766"/>
                  </a:cubicBezTo>
                  <a:cubicBezTo>
                    <a:pt x="47421" y="11366"/>
                    <a:pt x="44978" y="10458"/>
                    <a:pt x="42859" y="9042"/>
                  </a:cubicBezTo>
                  <a:cubicBezTo>
                    <a:pt x="40361" y="7366"/>
                    <a:pt x="38318" y="5095"/>
                    <a:pt x="35972" y="321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3" name="Google Shape;1213;p30"/>
            <p:cNvSpPr/>
            <p:nvPr/>
          </p:nvSpPr>
          <p:spPr>
            <a:xfrm>
              <a:off x="2431237" y="412801"/>
              <a:ext cx="101614" cy="153440"/>
            </a:xfrm>
            <a:custGeom>
              <a:rect b="b" l="l" r="r" t="t"/>
              <a:pathLst>
                <a:path extrusionOk="0" h="15880" w="10519">
                  <a:moveTo>
                    <a:pt x="670" y="9774"/>
                  </a:moveTo>
                  <a:cubicBezTo>
                    <a:pt x="1016" y="11796"/>
                    <a:pt x="1913" y="13828"/>
                    <a:pt x="3578" y="15007"/>
                  </a:cubicBezTo>
                  <a:cubicBezTo>
                    <a:pt x="5254" y="16185"/>
                    <a:pt x="7806" y="16240"/>
                    <a:pt x="9211" y="14747"/>
                  </a:cubicBezTo>
                  <a:cubicBezTo>
                    <a:pt x="10055" y="13850"/>
                    <a:pt x="10368" y="12585"/>
                    <a:pt x="10401" y="11353"/>
                  </a:cubicBezTo>
                  <a:cubicBezTo>
                    <a:pt x="10443" y="10131"/>
                    <a:pt x="10239" y="8909"/>
                    <a:pt x="10206" y="7687"/>
                  </a:cubicBezTo>
                  <a:cubicBezTo>
                    <a:pt x="10173" y="6541"/>
                    <a:pt x="10282" y="5406"/>
                    <a:pt x="10519" y="4281"/>
                  </a:cubicBezTo>
                  <a:cubicBezTo>
                    <a:pt x="6725" y="3817"/>
                    <a:pt x="3048" y="2314"/>
                    <a:pt x="0" y="0"/>
                  </a:cubicBezTo>
                  <a:cubicBezTo>
                    <a:pt x="291" y="1178"/>
                    <a:pt x="389" y="2422"/>
                    <a:pt x="421" y="3644"/>
                  </a:cubicBezTo>
                  <a:cubicBezTo>
                    <a:pt x="465" y="5687"/>
                    <a:pt x="335" y="7763"/>
                    <a:pt x="670" y="977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4" name="Google Shape;1214;p30"/>
            <p:cNvSpPr/>
            <p:nvPr/>
          </p:nvSpPr>
          <p:spPr>
            <a:xfrm>
              <a:off x="2390160" y="371096"/>
              <a:ext cx="548533" cy="275488"/>
            </a:xfrm>
            <a:custGeom>
              <a:rect b="b" l="l" r="r" t="t"/>
              <a:pathLst>
                <a:path extrusionOk="0" h="28511" w="56784">
                  <a:moveTo>
                    <a:pt x="52103" y="24738"/>
                  </a:moveTo>
                  <a:cubicBezTo>
                    <a:pt x="49941" y="24143"/>
                    <a:pt x="47898" y="22943"/>
                    <a:pt x="46178" y="21483"/>
                  </a:cubicBezTo>
                  <a:cubicBezTo>
                    <a:pt x="43237" y="18996"/>
                    <a:pt x="40978" y="15807"/>
                    <a:pt x="38285" y="13039"/>
                  </a:cubicBezTo>
                  <a:cubicBezTo>
                    <a:pt x="35604" y="10271"/>
                    <a:pt x="32252" y="7828"/>
                    <a:pt x="28414" y="7503"/>
                  </a:cubicBezTo>
                  <a:cubicBezTo>
                    <a:pt x="25733" y="7276"/>
                    <a:pt x="23095" y="8098"/>
                    <a:pt x="20424" y="8509"/>
                  </a:cubicBezTo>
                  <a:cubicBezTo>
                    <a:pt x="20251" y="8531"/>
                    <a:pt x="20078" y="8563"/>
                    <a:pt x="19905" y="8585"/>
                  </a:cubicBezTo>
                  <a:cubicBezTo>
                    <a:pt x="18943" y="8714"/>
                    <a:pt x="17970" y="8758"/>
                    <a:pt x="16997" y="8747"/>
                  </a:cubicBezTo>
                  <a:cubicBezTo>
                    <a:pt x="16251" y="8736"/>
                    <a:pt x="15504" y="8682"/>
                    <a:pt x="14769" y="8585"/>
                  </a:cubicBezTo>
                  <a:cubicBezTo>
                    <a:pt x="14532" y="9698"/>
                    <a:pt x="14412" y="10844"/>
                    <a:pt x="14456" y="11990"/>
                  </a:cubicBezTo>
                  <a:cubicBezTo>
                    <a:pt x="14499" y="13212"/>
                    <a:pt x="14693" y="14434"/>
                    <a:pt x="14651" y="15656"/>
                  </a:cubicBezTo>
                  <a:cubicBezTo>
                    <a:pt x="14608" y="16877"/>
                    <a:pt x="14294" y="18153"/>
                    <a:pt x="13461" y="19051"/>
                  </a:cubicBezTo>
                  <a:cubicBezTo>
                    <a:pt x="12056" y="20543"/>
                    <a:pt x="9504" y="20489"/>
                    <a:pt x="7828" y="19310"/>
                  </a:cubicBezTo>
                  <a:cubicBezTo>
                    <a:pt x="6152" y="18131"/>
                    <a:pt x="5255" y="16099"/>
                    <a:pt x="4920" y="14077"/>
                  </a:cubicBezTo>
                  <a:cubicBezTo>
                    <a:pt x="4585" y="12055"/>
                    <a:pt x="4714" y="9990"/>
                    <a:pt x="4671" y="7947"/>
                  </a:cubicBezTo>
                  <a:cubicBezTo>
                    <a:pt x="4650" y="6725"/>
                    <a:pt x="4541" y="5492"/>
                    <a:pt x="4250" y="4303"/>
                  </a:cubicBezTo>
                  <a:cubicBezTo>
                    <a:pt x="4044" y="4152"/>
                    <a:pt x="3839" y="3990"/>
                    <a:pt x="3644" y="3827"/>
                  </a:cubicBezTo>
                  <a:cubicBezTo>
                    <a:pt x="2271" y="2714"/>
                    <a:pt x="1038" y="1438"/>
                    <a:pt x="0" y="0"/>
                  </a:cubicBezTo>
                  <a:lnTo>
                    <a:pt x="0" y="19807"/>
                  </a:lnTo>
                  <a:cubicBezTo>
                    <a:pt x="584" y="20683"/>
                    <a:pt x="1233" y="21526"/>
                    <a:pt x="1958" y="22305"/>
                  </a:cubicBezTo>
                  <a:cubicBezTo>
                    <a:pt x="4368" y="24867"/>
                    <a:pt x="7894" y="26673"/>
                    <a:pt x="11375" y="26132"/>
                  </a:cubicBezTo>
                  <a:cubicBezTo>
                    <a:pt x="17689" y="25159"/>
                    <a:pt x="21376" y="17288"/>
                    <a:pt x="27744" y="16780"/>
                  </a:cubicBezTo>
                  <a:cubicBezTo>
                    <a:pt x="30739" y="16542"/>
                    <a:pt x="33614" y="18077"/>
                    <a:pt x="35961" y="19959"/>
                  </a:cubicBezTo>
                  <a:cubicBezTo>
                    <a:pt x="38307" y="21840"/>
                    <a:pt x="40350" y="24111"/>
                    <a:pt x="42848" y="25786"/>
                  </a:cubicBezTo>
                  <a:cubicBezTo>
                    <a:pt x="44978" y="27203"/>
                    <a:pt x="47421" y="28122"/>
                    <a:pt x="49941" y="28511"/>
                  </a:cubicBezTo>
                  <a:cubicBezTo>
                    <a:pt x="52070" y="27992"/>
                    <a:pt x="54427" y="26835"/>
                    <a:pt x="56785" y="24932"/>
                  </a:cubicBezTo>
                  <a:cubicBezTo>
                    <a:pt x="55217" y="25267"/>
                    <a:pt x="53628" y="25149"/>
                    <a:pt x="52093" y="24727"/>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5" name="Google Shape;1215;p30"/>
            <p:cNvSpPr/>
            <p:nvPr/>
          </p:nvSpPr>
          <p:spPr>
            <a:xfrm>
              <a:off x="2390160" y="533178"/>
              <a:ext cx="482527" cy="190061"/>
            </a:xfrm>
            <a:custGeom>
              <a:rect b="b" l="l" r="r" t="t"/>
              <a:pathLst>
                <a:path extrusionOk="0" h="19670" w="49951">
                  <a:moveTo>
                    <a:pt x="35961" y="3203"/>
                  </a:moveTo>
                  <a:cubicBezTo>
                    <a:pt x="33614" y="1322"/>
                    <a:pt x="30739" y="-213"/>
                    <a:pt x="27744" y="24"/>
                  </a:cubicBezTo>
                  <a:cubicBezTo>
                    <a:pt x="21376" y="522"/>
                    <a:pt x="17689" y="8404"/>
                    <a:pt x="11375" y="9377"/>
                  </a:cubicBezTo>
                  <a:cubicBezTo>
                    <a:pt x="7894" y="9917"/>
                    <a:pt x="4368" y="8122"/>
                    <a:pt x="1958" y="5549"/>
                  </a:cubicBezTo>
                  <a:cubicBezTo>
                    <a:pt x="1233" y="4771"/>
                    <a:pt x="584" y="3938"/>
                    <a:pt x="0" y="3052"/>
                  </a:cubicBezTo>
                  <a:lnTo>
                    <a:pt x="0" y="17486"/>
                  </a:lnTo>
                  <a:cubicBezTo>
                    <a:pt x="4120" y="21270"/>
                    <a:pt x="11580" y="20081"/>
                    <a:pt x="18943" y="14361"/>
                  </a:cubicBezTo>
                  <a:cubicBezTo>
                    <a:pt x="19203" y="14156"/>
                    <a:pt x="19461" y="13950"/>
                    <a:pt x="19732" y="13734"/>
                  </a:cubicBezTo>
                  <a:cubicBezTo>
                    <a:pt x="22327" y="11626"/>
                    <a:pt x="24933" y="9128"/>
                    <a:pt x="27582" y="7679"/>
                  </a:cubicBezTo>
                  <a:cubicBezTo>
                    <a:pt x="27636" y="7647"/>
                    <a:pt x="27700" y="7625"/>
                    <a:pt x="27754" y="7593"/>
                  </a:cubicBezTo>
                  <a:cubicBezTo>
                    <a:pt x="31160" y="5776"/>
                    <a:pt x="34123" y="5971"/>
                    <a:pt x="36556" y="6955"/>
                  </a:cubicBezTo>
                  <a:cubicBezTo>
                    <a:pt x="36890" y="7095"/>
                    <a:pt x="37226" y="7247"/>
                    <a:pt x="37550" y="7409"/>
                  </a:cubicBezTo>
                  <a:cubicBezTo>
                    <a:pt x="39215" y="8263"/>
                    <a:pt x="40685" y="9420"/>
                    <a:pt x="42286" y="10382"/>
                  </a:cubicBezTo>
                  <a:cubicBezTo>
                    <a:pt x="43227" y="10945"/>
                    <a:pt x="44221" y="11453"/>
                    <a:pt x="45313" y="11777"/>
                  </a:cubicBezTo>
                  <a:cubicBezTo>
                    <a:pt x="46643" y="12177"/>
                    <a:pt x="48222" y="12177"/>
                    <a:pt x="49951" y="11766"/>
                  </a:cubicBezTo>
                  <a:cubicBezTo>
                    <a:pt x="47421" y="11366"/>
                    <a:pt x="44978" y="10458"/>
                    <a:pt x="42859" y="9042"/>
                  </a:cubicBezTo>
                  <a:cubicBezTo>
                    <a:pt x="40361" y="7366"/>
                    <a:pt x="38318" y="5095"/>
                    <a:pt x="35972" y="3214"/>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6" name="Google Shape;1216;p30"/>
            <p:cNvSpPr/>
            <p:nvPr/>
          </p:nvSpPr>
          <p:spPr>
            <a:xfrm>
              <a:off x="2431237" y="412801"/>
              <a:ext cx="101614" cy="153440"/>
            </a:xfrm>
            <a:custGeom>
              <a:rect b="b" l="l" r="r" t="t"/>
              <a:pathLst>
                <a:path extrusionOk="0" h="15880" w="10519">
                  <a:moveTo>
                    <a:pt x="670" y="9774"/>
                  </a:moveTo>
                  <a:cubicBezTo>
                    <a:pt x="1016" y="11796"/>
                    <a:pt x="1913" y="13828"/>
                    <a:pt x="3578" y="15007"/>
                  </a:cubicBezTo>
                  <a:cubicBezTo>
                    <a:pt x="5254" y="16185"/>
                    <a:pt x="7806" y="16240"/>
                    <a:pt x="9211" y="14747"/>
                  </a:cubicBezTo>
                  <a:cubicBezTo>
                    <a:pt x="10055" y="13850"/>
                    <a:pt x="10368" y="12585"/>
                    <a:pt x="10401" y="11353"/>
                  </a:cubicBezTo>
                  <a:cubicBezTo>
                    <a:pt x="10443" y="10131"/>
                    <a:pt x="10239" y="8909"/>
                    <a:pt x="10206" y="7687"/>
                  </a:cubicBezTo>
                  <a:cubicBezTo>
                    <a:pt x="10173" y="6541"/>
                    <a:pt x="10282" y="5406"/>
                    <a:pt x="10519" y="4281"/>
                  </a:cubicBezTo>
                  <a:cubicBezTo>
                    <a:pt x="6725" y="3817"/>
                    <a:pt x="3048" y="2314"/>
                    <a:pt x="0" y="0"/>
                  </a:cubicBezTo>
                  <a:cubicBezTo>
                    <a:pt x="291" y="1178"/>
                    <a:pt x="389" y="2422"/>
                    <a:pt x="421" y="3644"/>
                  </a:cubicBezTo>
                  <a:cubicBezTo>
                    <a:pt x="465" y="5687"/>
                    <a:pt x="335" y="7763"/>
                    <a:pt x="670" y="9774"/>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7" name="Google Shape;1217;p30"/>
            <p:cNvSpPr/>
            <p:nvPr/>
          </p:nvSpPr>
          <p:spPr>
            <a:xfrm>
              <a:off x="2371457" y="352177"/>
              <a:ext cx="29347" cy="1281740"/>
            </a:xfrm>
            <a:custGeom>
              <a:rect b="b" l="l" r="r" t="t"/>
              <a:pathLst>
                <a:path extrusionOk="0" h="132651" w="3038">
                  <a:moveTo>
                    <a:pt x="1514" y="0"/>
                  </a:moveTo>
                  <a:cubicBezTo>
                    <a:pt x="670" y="0"/>
                    <a:pt x="0" y="205"/>
                    <a:pt x="0" y="465"/>
                  </a:cubicBezTo>
                  <a:lnTo>
                    <a:pt x="0" y="132068"/>
                  </a:lnTo>
                  <a:cubicBezTo>
                    <a:pt x="876" y="132316"/>
                    <a:pt x="1904" y="132522"/>
                    <a:pt x="3039" y="132652"/>
                  </a:cubicBezTo>
                  <a:lnTo>
                    <a:pt x="3039" y="465"/>
                  </a:lnTo>
                  <a:cubicBezTo>
                    <a:pt x="3039" y="205"/>
                    <a:pt x="2358" y="0"/>
                    <a:pt x="1525"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8" name="Google Shape;1218;p30"/>
            <p:cNvSpPr/>
            <p:nvPr/>
          </p:nvSpPr>
          <p:spPr>
            <a:xfrm>
              <a:off x="2371457" y="352177"/>
              <a:ext cx="29347" cy="1281740"/>
            </a:xfrm>
            <a:custGeom>
              <a:rect b="b" l="l" r="r" t="t"/>
              <a:pathLst>
                <a:path extrusionOk="0" h="132651" w="3038">
                  <a:moveTo>
                    <a:pt x="1514" y="0"/>
                  </a:moveTo>
                  <a:cubicBezTo>
                    <a:pt x="670" y="0"/>
                    <a:pt x="0" y="205"/>
                    <a:pt x="0" y="465"/>
                  </a:cubicBezTo>
                  <a:lnTo>
                    <a:pt x="0" y="132068"/>
                  </a:lnTo>
                  <a:cubicBezTo>
                    <a:pt x="876" y="132316"/>
                    <a:pt x="1904" y="132522"/>
                    <a:pt x="3039" y="132652"/>
                  </a:cubicBezTo>
                  <a:lnTo>
                    <a:pt x="3039" y="465"/>
                  </a:lnTo>
                  <a:cubicBezTo>
                    <a:pt x="3039" y="205"/>
                    <a:pt x="2358" y="0"/>
                    <a:pt x="1525" y="0"/>
                  </a:cubicBezTo>
                  <a:close/>
                </a:path>
              </a:pathLst>
            </a:custGeom>
            <a:solidFill>
              <a:srgbClr val="BF2543">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Normalizing Outcome Variable (FedEx Cup Points)</a:t>
            </a:r>
            <a:endParaRPr/>
          </a:p>
        </p:txBody>
      </p:sp>
      <p:sp>
        <p:nvSpPr>
          <p:cNvPr id="1224" name="Google Shape;1224;p31"/>
          <p:cNvSpPr txBox="1"/>
          <p:nvPr>
            <p:ph idx="2" type="subTitle"/>
          </p:nvPr>
        </p:nvSpPr>
        <p:spPr>
          <a:xfrm>
            <a:off x="674925" y="1287025"/>
            <a:ext cx="4561500" cy="318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Why We Needed to Normalize FedEx Cup Points:</a:t>
            </a:r>
            <a:endParaRPr b="1"/>
          </a:p>
          <a:p>
            <a:pPr indent="0" lvl="0" marL="0" rtl="0" algn="l">
              <a:spcBef>
                <a:spcPts val="0"/>
              </a:spcBef>
              <a:spcAft>
                <a:spcPts val="0"/>
              </a:spcAft>
              <a:buNone/>
            </a:pPr>
            <a:r>
              <a:rPr lang="en"/>
              <a:t>FedEx Cup Points were highly right-skewed, with many players earning 0 points, violating linear model assumptions:</a:t>
            </a:r>
            <a:endParaRPr/>
          </a:p>
          <a:p>
            <a:pPr indent="-304800" lvl="0" marL="457200" rtl="0" algn="l">
              <a:spcBef>
                <a:spcPts val="0"/>
              </a:spcBef>
              <a:spcAft>
                <a:spcPts val="0"/>
              </a:spcAft>
              <a:buSzPts val="1200"/>
              <a:buChar char="●"/>
            </a:pPr>
            <a:r>
              <a:rPr lang="en"/>
              <a:t>Non-normal residuals</a:t>
            </a:r>
            <a:endParaRPr/>
          </a:p>
          <a:p>
            <a:pPr indent="-304800" lvl="0" marL="457200" rtl="0" algn="l">
              <a:spcBef>
                <a:spcPts val="0"/>
              </a:spcBef>
              <a:spcAft>
                <a:spcPts val="0"/>
              </a:spcAft>
              <a:buSzPts val="1200"/>
              <a:buChar char="●"/>
            </a:pPr>
            <a:r>
              <a:rPr lang="en"/>
              <a:t>Heteroscedasticity</a:t>
            </a:r>
            <a:endParaRPr/>
          </a:p>
          <a:p>
            <a:pPr indent="-304800" lvl="0" marL="457200" rtl="0" algn="l">
              <a:spcBef>
                <a:spcPts val="0"/>
              </a:spcBef>
              <a:spcAft>
                <a:spcPts val="0"/>
              </a:spcAft>
              <a:buSzPts val="1200"/>
              <a:buChar char="●"/>
            </a:pPr>
            <a:r>
              <a:rPr lang="en"/>
              <a:t>Bad fit without transformation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Two Approaches We Explored</a:t>
            </a:r>
            <a:endParaRPr b="1"/>
          </a:p>
          <a:p>
            <a:pPr indent="-304800" lvl="0" marL="457200" rtl="0" algn="l">
              <a:spcBef>
                <a:spcPts val="0"/>
              </a:spcBef>
              <a:spcAft>
                <a:spcPts val="0"/>
              </a:spcAft>
              <a:buSzPts val="1200"/>
              <a:buAutoNum type="arabicPeriod"/>
            </a:pPr>
            <a:r>
              <a:rPr lang="en"/>
              <a:t>Box–Cox Power Transformation (λ ≈ 0.26)</a:t>
            </a:r>
            <a:endParaRPr/>
          </a:p>
          <a:p>
            <a:pPr indent="-304800" lvl="0" marL="914400" rtl="0" algn="l">
              <a:spcBef>
                <a:spcPts val="0"/>
              </a:spcBef>
              <a:spcAft>
                <a:spcPts val="0"/>
              </a:spcAft>
              <a:buSzPts val="1200"/>
              <a:buChar char="●"/>
            </a:pPr>
            <a:r>
              <a:rPr lang="en"/>
              <a:t>Shifted points by +1 to handle zeros</a:t>
            </a:r>
            <a:endParaRPr/>
          </a:p>
          <a:p>
            <a:pPr indent="-304800" lvl="0" marL="914400" rtl="0" algn="l">
              <a:spcBef>
                <a:spcPts val="0"/>
              </a:spcBef>
              <a:spcAft>
                <a:spcPts val="0"/>
              </a:spcAft>
              <a:buSzPts val="1200"/>
              <a:buChar char="●"/>
            </a:pPr>
            <a:r>
              <a:rPr lang="en"/>
              <a:t>Estimated λ using 2024 data</a:t>
            </a:r>
            <a:endParaRPr/>
          </a:p>
          <a:p>
            <a:pPr indent="-304800" lvl="0" marL="914400" rtl="0" algn="l">
              <a:spcBef>
                <a:spcPts val="0"/>
              </a:spcBef>
              <a:spcAft>
                <a:spcPts val="0"/>
              </a:spcAft>
              <a:buSzPts val="1200"/>
              <a:buChar char="●"/>
            </a:pPr>
            <a:r>
              <a:rPr lang="en"/>
              <a:t>New outcome variable distribution shown →</a:t>
            </a:r>
            <a:endParaRPr/>
          </a:p>
          <a:p>
            <a:pPr indent="-304800" lvl="0" marL="457200" rtl="0" algn="l">
              <a:spcBef>
                <a:spcPts val="0"/>
              </a:spcBef>
              <a:spcAft>
                <a:spcPts val="0"/>
              </a:spcAft>
              <a:buSzPts val="1200"/>
              <a:buAutoNum type="arabicPeriod"/>
            </a:pPr>
            <a:r>
              <a:rPr lang="en"/>
              <a:t>Gamma GLM with Log Link</a:t>
            </a:r>
            <a:endParaRPr/>
          </a:p>
          <a:p>
            <a:pPr indent="-304800" lvl="0" marL="914400" rtl="0" algn="l">
              <a:spcBef>
                <a:spcPts val="0"/>
              </a:spcBef>
              <a:spcAft>
                <a:spcPts val="0"/>
              </a:spcAft>
              <a:buSzPts val="1200"/>
              <a:buChar char="●"/>
            </a:pPr>
            <a:r>
              <a:rPr lang="en"/>
              <a:t>Alternative approach using glm(..., family = Gamma(link = "log"))</a:t>
            </a:r>
            <a:endParaRPr/>
          </a:p>
          <a:p>
            <a:pPr indent="-304800" lvl="0" marL="914400" rtl="0" algn="l">
              <a:spcBef>
                <a:spcPts val="0"/>
              </a:spcBef>
              <a:spcAft>
                <a:spcPts val="0"/>
              </a:spcAft>
              <a:buSzPts val="1200"/>
              <a:buChar char="●"/>
            </a:pPr>
            <a:r>
              <a:rPr lang="en"/>
              <a:t>Produced similar results, but had less accurate predictions than the Box-Cox method</a:t>
            </a:r>
            <a:endParaRPr/>
          </a:p>
        </p:txBody>
      </p:sp>
      <p:sp>
        <p:nvSpPr>
          <p:cNvPr id="1225" name="Google Shape;1225;p31"/>
          <p:cNvSpPr/>
          <p:nvPr/>
        </p:nvSpPr>
        <p:spPr>
          <a:xfrm flipH="1">
            <a:off x="8297651" y="1287033"/>
            <a:ext cx="1176703" cy="192649"/>
          </a:xfrm>
          <a:custGeom>
            <a:rect b="b" l="l" r="r" t="t"/>
            <a:pathLst>
              <a:path extrusionOk="0" h="29961" w="183002">
                <a:moveTo>
                  <a:pt x="11" y="29962"/>
                </a:moveTo>
                <a:lnTo>
                  <a:pt x="183003" y="29962"/>
                </a:lnTo>
                <a:cubicBezTo>
                  <a:pt x="180494" y="21982"/>
                  <a:pt x="170526" y="15701"/>
                  <a:pt x="162374" y="17625"/>
                </a:cubicBezTo>
                <a:cubicBezTo>
                  <a:pt x="160016" y="7440"/>
                  <a:pt x="149864" y="-355"/>
                  <a:pt x="139420" y="12"/>
                </a:cubicBezTo>
                <a:cubicBezTo>
                  <a:pt x="128975" y="380"/>
                  <a:pt x="119385" y="8857"/>
                  <a:pt x="117742" y="19182"/>
                </a:cubicBezTo>
                <a:cubicBezTo>
                  <a:pt x="114022" y="14511"/>
                  <a:pt x="107470" y="12306"/>
                  <a:pt x="101697" y="13787"/>
                </a:cubicBezTo>
                <a:cubicBezTo>
                  <a:pt x="95912" y="15257"/>
                  <a:pt x="91220" y="20339"/>
                  <a:pt x="90193" y="26210"/>
                </a:cubicBezTo>
                <a:cubicBezTo>
                  <a:pt x="86138" y="17625"/>
                  <a:pt x="72656" y="15711"/>
                  <a:pt x="66375" y="22826"/>
                </a:cubicBezTo>
                <a:cubicBezTo>
                  <a:pt x="45897" y="10403"/>
                  <a:pt x="17439" y="13538"/>
                  <a:pt x="0" y="2996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6" name="Google Shape;1226;p31"/>
          <p:cNvSpPr/>
          <p:nvPr/>
        </p:nvSpPr>
        <p:spPr>
          <a:xfrm>
            <a:off x="6022426" y="1973062"/>
            <a:ext cx="572154" cy="104365"/>
          </a:xfrm>
          <a:custGeom>
            <a:rect b="b" l="l" r="r" t="t"/>
            <a:pathLst>
              <a:path extrusionOk="0" h="16231" w="88982">
                <a:moveTo>
                  <a:pt x="88982" y="16232"/>
                </a:moveTo>
                <a:lnTo>
                  <a:pt x="0" y="16232"/>
                </a:lnTo>
                <a:cubicBezTo>
                  <a:pt x="3406" y="7399"/>
                  <a:pt x="9558" y="1127"/>
                  <a:pt x="18975" y="133"/>
                </a:cubicBezTo>
                <a:cubicBezTo>
                  <a:pt x="28392" y="-862"/>
                  <a:pt x="38188" y="3798"/>
                  <a:pt x="43356" y="11723"/>
                </a:cubicBezTo>
                <a:cubicBezTo>
                  <a:pt x="57660" y="4209"/>
                  <a:pt x="77273" y="5085"/>
                  <a:pt x="88971" y="162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27" name="Google Shape;1227;p31"/>
          <p:cNvGrpSpPr/>
          <p:nvPr/>
        </p:nvGrpSpPr>
        <p:grpSpPr>
          <a:xfrm>
            <a:off x="7084734" y="3930322"/>
            <a:ext cx="2058714" cy="678320"/>
            <a:chOff x="7084734" y="3930322"/>
            <a:chExt cx="2058714" cy="678320"/>
          </a:xfrm>
        </p:grpSpPr>
        <p:sp>
          <p:nvSpPr>
            <p:cNvPr id="1228" name="Google Shape;1228;p31"/>
            <p:cNvSpPr/>
            <p:nvPr/>
          </p:nvSpPr>
          <p:spPr>
            <a:xfrm>
              <a:off x="8145620" y="3930322"/>
              <a:ext cx="997812" cy="678320"/>
            </a:xfrm>
            <a:custGeom>
              <a:rect b="b" l="l" r="r" t="t"/>
              <a:pathLst>
                <a:path extrusionOk="0" h="185841" w="226518">
                  <a:moveTo>
                    <a:pt x="194332" y="1391"/>
                  </a:moveTo>
                  <a:cubicBezTo>
                    <a:pt x="175984" y="5326"/>
                    <a:pt x="158987" y="20452"/>
                    <a:pt x="158219" y="39200"/>
                  </a:cubicBezTo>
                  <a:cubicBezTo>
                    <a:pt x="154435" y="32637"/>
                    <a:pt x="146024" y="29156"/>
                    <a:pt x="138704" y="31113"/>
                  </a:cubicBezTo>
                  <a:cubicBezTo>
                    <a:pt x="131395" y="33080"/>
                    <a:pt x="125860" y="40314"/>
                    <a:pt x="125870" y="47882"/>
                  </a:cubicBezTo>
                  <a:cubicBezTo>
                    <a:pt x="119156" y="35200"/>
                    <a:pt x="102798" y="29102"/>
                    <a:pt x="88958" y="32864"/>
                  </a:cubicBezTo>
                  <a:cubicBezTo>
                    <a:pt x="75119" y="36637"/>
                    <a:pt x="64469" y="49114"/>
                    <a:pt x="61345" y="63116"/>
                  </a:cubicBezTo>
                  <a:cubicBezTo>
                    <a:pt x="58220" y="77117"/>
                    <a:pt x="62091" y="92178"/>
                    <a:pt x="70222" y="104007"/>
                  </a:cubicBezTo>
                  <a:cubicBezTo>
                    <a:pt x="61712" y="101055"/>
                    <a:pt x="51625" y="109780"/>
                    <a:pt x="53312" y="118624"/>
                  </a:cubicBezTo>
                  <a:cubicBezTo>
                    <a:pt x="37180" y="119251"/>
                    <a:pt x="21481" y="127328"/>
                    <a:pt x="11589" y="140086"/>
                  </a:cubicBezTo>
                  <a:cubicBezTo>
                    <a:pt x="1695" y="152855"/>
                    <a:pt x="-2208" y="170067"/>
                    <a:pt x="1220" y="185842"/>
                  </a:cubicBezTo>
                  <a:cubicBezTo>
                    <a:pt x="72730" y="158498"/>
                    <a:pt x="150003" y="148530"/>
                    <a:pt x="226518" y="151914"/>
                  </a:cubicBezTo>
                  <a:lnTo>
                    <a:pt x="226518" y="2212"/>
                  </a:lnTo>
                  <a:cubicBezTo>
                    <a:pt x="215847" y="-166"/>
                    <a:pt x="204959" y="-901"/>
                    <a:pt x="194321" y="1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29" name="Google Shape;1229;p31"/>
            <p:cNvGrpSpPr/>
            <p:nvPr/>
          </p:nvGrpSpPr>
          <p:grpSpPr>
            <a:xfrm>
              <a:off x="7084734" y="4426965"/>
              <a:ext cx="2058714" cy="179549"/>
              <a:chOff x="7814590" y="4271587"/>
              <a:chExt cx="1326491" cy="334731"/>
            </a:xfrm>
          </p:grpSpPr>
          <p:sp>
            <p:nvSpPr>
              <p:cNvPr id="1230" name="Google Shape;1230;p31"/>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1" name="Google Shape;1231;p31"/>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2" name="Google Shape;1232;p31"/>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1233" name="Google Shape;1233;p31" title="Screenshot 2025-11-25 at 8.21.22 PM.png"/>
          <p:cNvPicPr preferRelativeResize="0"/>
          <p:nvPr/>
        </p:nvPicPr>
        <p:blipFill>
          <a:blip r:embed="rId3">
            <a:alphaModFix/>
          </a:blip>
          <a:stretch>
            <a:fillRect/>
          </a:stretch>
        </p:blipFill>
        <p:spPr>
          <a:xfrm>
            <a:off x="5067469" y="2316625"/>
            <a:ext cx="3771924" cy="18826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Explanatory Analysis (2024 Findings)</a:t>
            </a:r>
            <a:endParaRPr/>
          </a:p>
        </p:txBody>
      </p:sp>
      <p:sp>
        <p:nvSpPr>
          <p:cNvPr id="1239" name="Google Shape;1239;p32"/>
          <p:cNvSpPr txBox="1"/>
          <p:nvPr>
            <p:ph idx="2" type="subTitle"/>
          </p:nvPr>
        </p:nvSpPr>
        <p:spPr>
          <a:xfrm>
            <a:off x="720000" y="1171144"/>
            <a:ext cx="7241700" cy="28041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AutoNum type="arabicPeriod"/>
            </a:pPr>
            <a:r>
              <a:rPr b="1" lang="en"/>
              <a:t>Rate Stats Model (FIR, GIR, Scrambling, Putting Avg)</a:t>
            </a:r>
            <a:endParaRPr b="1"/>
          </a:p>
          <a:p>
            <a:pPr indent="-304800" lvl="0" marL="914400" rtl="0" algn="l">
              <a:spcBef>
                <a:spcPts val="0"/>
              </a:spcBef>
              <a:spcAft>
                <a:spcPts val="0"/>
              </a:spcAft>
              <a:buSzPts val="1200"/>
              <a:buChar char="●"/>
            </a:pPr>
            <a:r>
              <a:rPr lang="en"/>
              <a:t>Overall fit: R² = 0.488 → Explains ~49% of variation in FedEx Cup Points (transformed)</a:t>
            </a:r>
            <a:endParaRPr/>
          </a:p>
          <a:p>
            <a:pPr indent="-304800" lvl="0" marL="914400" rtl="0" algn="l">
              <a:spcBef>
                <a:spcPts val="0"/>
              </a:spcBef>
              <a:spcAft>
                <a:spcPts val="0"/>
              </a:spcAft>
              <a:buSzPts val="1200"/>
              <a:buChar char="●"/>
            </a:pPr>
            <a:r>
              <a:rPr lang="en"/>
              <a:t>Significant predictors:</a:t>
            </a:r>
            <a:endParaRPr/>
          </a:p>
          <a:p>
            <a:pPr indent="-304800" lvl="0" marL="1371600" rtl="0" algn="l">
              <a:spcBef>
                <a:spcPts val="0"/>
              </a:spcBef>
              <a:spcAft>
                <a:spcPts val="0"/>
              </a:spcAft>
              <a:buSzPts val="1200"/>
              <a:buChar char="●"/>
            </a:pPr>
            <a:r>
              <a:rPr lang="en"/>
              <a:t>GIR% = Players who hit more greens score more FedEx points.</a:t>
            </a:r>
            <a:endParaRPr/>
          </a:p>
          <a:p>
            <a:pPr indent="-304800" lvl="0" marL="1371600" rtl="0" algn="l">
              <a:spcBef>
                <a:spcPts val="0"/>
              </a:spcBef>
              <a:spcAft>
                <a:spcPts val="0"/>
              </a:spcAft>
              <a:buSzPts val="1200"/>
              <a:buChar char="●"/>
            </a:pPr>
            <a:r>
              <a:rPr lang="en"/>
              <a:t>Overall Putting Average = More putts per hole strongly reduces scores.</a:t>
            </a:r>
            <a:endParaRPr/>
          </a:p>
          <a:p>
            <a:pPr indent="-304800" lvl="0" marL="914400" rtl="0" algn="l">
              <a:spcBef>
                <a:spcPts val="0"/>
              </a:spcBef>
              <a:spcAft>
                <a:spcPts val="0"/>
              </a:spcAft>
              <a:buSzPts val="1200"/>
              <a:buChar char="●"/>
            </a:pPr>
            <a:r>
              <a:rPr lang="en"/>
              <a:t>Non-significant predictors: FIR% and Scrambling% </a:t>
            </a:r>
            <a:endParaRPr/>
          </a:p>
          <a:p>
            <a:pPr indent="-304800" lvl="0" marL="914400" rtl="0" algn="l">
              <a:spcBef>
                <a:spcPts val="0"/>
              </a:spcBef>
              <a:spcAft>
                <a:spcPts val="0"/>
              </a:spcAft>
              <a:buSzPts val="1200"/>
              <a:buChar char="●"/>
            </a:pPr>
            <a:r>
              <a:rPr lang="en"/>
              <a:t>Interpretation: Rate stats identify only two meaningful variables and don’t capture much performance variation.</a:t>
            </a:r>
            <a:endParaRPr/>
          </a:p>
          <a:p>
            <a:pPr indent="0" lvl="0" marL="0" rtl="0" algn="l">
              <a:spcBef>
                <a:spcPts val="0"/>
              </a:spcBef>
              <a:spcAft>
                <a:spcPts val="0"/>
              </a:spcAft>
              <a:buNone/>
            </a:pPr>
            <a:r>
              <a:t/>
            </a:r>
            <a:endParaRPr/>
          </a:p>
          <a:p>
            <a:pPr indent="-304800" lvl="0" marL="457200" rtl="0" algn="l">
              <a:spcBef>
                <a:spcPts val="0"/>
              </a:spcBef>
              <a:spcAft>
                <a:spcPts val="0"/>
              </a:spcAft>
              <a:buSzPts val="1200"/>
              <a:buAutoNum type="arabicPeriod"/>
            </a:pPr>
            <a:r>
              <a:rPr b="1" lang="en"/>
              <a:t>Strokes Gained Model (Tee, Approach, Around Green, Putting)</a:t>
            </a:r>
            <a:endParaRPr b="1"/>
          </a:p>
          <a:p>
            <a:pPr indent="-304800" lvl="0" marL="914400" rtl="0" algn="l">
              <a:spcBef>
                <a:spcPts val="0"/>
              </a:spcBef>
              <a:spcAft>
                <a:spcPts val="0"/>
              </a:spcAft>
              <a:buSzPts val="1200"/>
              <a:buChar char="●"/>
            </a:pPr>
            <a:r>
              <a:rPr lang="en"/>
              <a:t>Overall fit: R² = 0.6039 → Explains ~60% of variation (much higher!!)</a:t>
            </a:r>
            <a:endParaRPr/>
          </a:p>
          <a:p>
            <a:pPr indent="-304800" lvl="0" marL="914400" rtl="0" algn="l">
              <a:spcBef>
                <a:spcPts val="0"/>
              </a:spcBef>
              <a:spcAft>
                <a:spcPts val="0"/>
              </a:spcAft>
              <a:buSzPts val="1200"/>
              <a:buChar char="●"/>
            </a:pPr>
            <a:r>
              <a:rPr lang="en"/>
              <a:t>All four SG metrics are significant and have positive relationships with points.</a:t>
            </a:r>
            <a:endParaRPr/>
          </a:p>
          <a:p>
            <a:pPr indent="-304800" lvl="0" marL="914400" rtl="0" algn="l">
              <a:spcBef>
                <a:spcPts val="0"/>
              </a:spcBef>
              <a:spcAft>
                <a:spcPts val="0"/>
              </a:spcAft>
              <a:buSzPts val="1200"/>
              <a:buChar char="●"/>
            </a:pPr>
            <a:r>
              <a:rPr lang="en"/>
              <a:t>Interpretation: Every SG variable has a significant relationship with performance and this model explains a lot more of the variation in scoring than the rate stats does.</a:t>
            </a:r>
            <a:endParaRPr/>
          </a:p>
        </p:txBody>
      </p:sp>
      <p:sp>
        <p:nvSpPr>
          <p:cNvPr id="1240" name="Google Shape;1240;p32"/>
          <p:cNvSpPr/>
          <p:nvPr/>
        </p:nvSpPr>
        <p:spPr>
          <a:xfrm flipH="1">
            <a:off x="8297651" y="1287033"/>
            <a:ext cx="1176703" cy="192649"/>
          </a:xfrm>
          <a:custGeom>
            <a:rect b="b" l="l" r="r" t="t"/>
            <a:pathLst>
              <a:path extrusionOk="0" h="29961" w="183002">
                <a:moveTo>
                  <a:pt x="11" y="29962"/>
                </a:moveTo>
                <a:lnTo>
                  <a:pt x="183003" y="29962"/>
                </a:lnTo>
                <a:cubicBezTo>
                  <a:pt x="180494" y="21982"/>
                  <a:pt x="170526" y="15701"/>
                  <a:pt x="162374" y="17625"/>
                </a:cubicBezTo>
                <a:cubicBezTo>
                  <a:pt x="160016" y="7440"/>
                  <a:pt x="149864" y="-355"/>
                  <a:pt x="139420" y="12"/>
                </a:cubicBezTo>
                <a:cubicBezTo>
                  <a:pt x="128975" y="380"/>
                  <a:pt x="119385" y="8857"/>
                  <a:pt x="117742" y="19182"/>
                </a:cubicBezTo>
                <a:cubicBezTo>
                  <a:pt x="114022" y="14511"/>
                  <a:pt x="107470" y="12306"/>
                  <a:pt x="101697" y="13787"/>
                </a:cubicBezTo>
                <a:cubicBezTo>
                  <a:pt x="95912" y="15257"/>
                  <a:pt x="91220" y="20339"/>
                  <a:pt x="90193" y="26210"/>
                </a:cubicBezTo>
                <a:cubicBezTo>
                  <a:pt x="86138" y="17625"/>
                  <a:pt x="72656" y="15711"/>
                  <a:pt x="66375" y="22826"/>
                </a:cubicBezTo>
                <a:cubicBezTo>
                  <a:pt x="45897" y="10403"/>
                  <a:pt x="17439" y="13538"/>
                  <a:pt x="0" y="2996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41" name="Google Shape;1241;p32"/>
          <p:cNvGrpSpPr/>
          <p:nvPr/>
        </p:nvGrpSpPr>
        <p:grpSpPr>
          <a:xfrm>
            <a:off x="7084734" y="3930322"/>
            <a:ext cx="2058714" cy="678320"/>
            <a:chOff x="7084734" y="3930322"/>
            <a:chExt cx="2058714" cy="678320"/>
          </a:xfrm>
        </p:grpSpPr>
        <p:sp>
          <p:nvSpPr>
            <p:cNvPr id="1242" name="Google Shape;1242;p32"/>
            <p:cNvSpPr/>
            <p:nvPr/>
          </p:nvSpPr>
          <p:spPr>
            <a:xfrm>
              <a:off x="8145620" y="3930322"/>
              <a:ext cx="997812" cy="678320"/>
            </a:xfrm>
            <a:custGeom>
              <a:rect b="b" l="l" r="r" t="t"/>
              <a:pathLst>
                <a:path extrusionOk="0" h="185841" w="226518">
                  <a:moveTo>
                    <a:pt x="194332" y="1391"/>
                  </a:moveTo>
                  <a:cubicBezTo>
                    <a:pt x="175984" y="5326"/>
                    <a:pt x="158987" y="20452"/>
                    <a:pt x="158219" y="39200"/>
                  </a:cubicBezTo>
                  <a:cubicBezTo>
                    <a:pt x="154435" y="32637"/>
                    <a:pt x="146024" y="29156"/>
                    <a:pt x="138704" y="31113"/>
                  </a:cubicBezTo>
                  <a:cubicBezTo>
                    <a:pt x="131395" y="33080"/>
                    <a:pt x="125860" y="40314"/>
                    <a:pt x="125870" y="47882"/>
                  </a:cubicBezTo>
                  <a:cubicBezTo>
                    <a:pt x="119156" y="35200"/>
                    <a:pt x="102798" y="29102"/>
                    <a:pt x="88958" y="32864"/>
                  </a:cubicBezTo>
                  <a:cubicBezTo>
                    <a:pt x="75119" y="36637"/>
                    <a:pt x="64469" y="49114"/>
                    <a:pt x="61345" y="63116"/>
                  </a:cubicBezTo>
                  <a:cubicBezTo>
                    <a:pt x="58220" y="77117"/>
                    <a:pt x="62091" y="92178"/>
                    <a:pt x="70222" y="104007"/>
                  </a:cubicBezTo>
                  <a:cubicBezTo>
                    <a:pt x="61712" y="101055"/>
                    <a:pt x="51625" y="109780"/>
                    <a:pt x="53312" y="118624"/>
                  </a:cubicBezTo>
                  <a:cubicBezTo>
                    <a:pt x="37180" y="119251"/>
                    <a:pt x="21481" y="127328"/>
                    <a:pt x="11589" y="140086"/>
                  </a:cubicBezTo>
                  <a:cubicBezTo>
                    <a:pt x="1695" y="152855"/>
                    <a:pt x="-2208" y="170067"/>
                    <a:pt x="1220" y="185842"/>
                  </a:cubicBezTo>
                  <a:cubicBezTo>
                    <a:pt x="72730" y="158498"/>
                    <a:pt x="150003" y="148530"/>
                    <a:pt x="226518" y="151914"/>
                  </a:cubicBezTo>
                  <a:lnTo>
                    <a:pt x="226518" y="2212"/>
                  </a:lnTo>
                  <a:cubicBezTo>
                    <a:pt x="215847" y="-166"/>
                    <a:pt x="204959" y="-901"/>
                    <a:pt x="194321" y="1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43" name="Google Shape;1243;p32"/>
            <p:cNvGrpSpPr/>
            <p:nvPr/>
          </p:nvGrpSpPr>
          <p:grpSpPr>
            <a:xfrm>
              <a:off x="7084734" y="4426965"/>
              <a:ext cx="2058714" cy="179549"/>
              <a:chOff x="7814590" y="4271587"/>
              <a:chExt cx="1326491" cy="334731"/>
            </a:xfrm>
          </p:grpSpPr>
          <p:sp>
            <p:nvSpPr>
              <p:cNvPr id="1244" name="Google Shape;1244;p32"/>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5" name="Google Shape;1245;p32"/>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6" name="Google Shape;1246;p32"/>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33"/>
          <p:cNvSpPr txBox="1"/>
          <p:nvPr>
            <p:ph type="title"/>
          </p:nvPr>
        </p:nvSpPr>
        <p:spPr>
          <a:xfrm>
            <a:off x="720000" y="445025"/>
            <a:ext cx="805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Predictive Performance (Forecasting 2025)</a:t>
            </a:r>
            <a:endParaRPr/>
          </a:p>
        </p:txBody>
      </p:sp>
      <p:sp>
        <p:nvSpPr>
          <p:cNvPr id="1252" name="Google Shape;1252;p33"/>
          <p:cNvSpPr txBox="1"/>
          <p:nvPr>
            <p:ph idx="2" type="subTitle"/>
          </p:nvPr>
        </p:nvSpPr>
        <p:spPr>
          <a:xfrm>
            <a:off x="720000" y="1126100"/>
            <a:ext cx="8153700" cy="33447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AutoNum type="arabicPeriod"/>
            </a:pPr>
            <a:r>
              <a:rPr b="1" lang="en"/>
              <a:t>Predictive Correlation (Primary Metric)</a:t>
            </a:r>
            <a:endParaRPr b="1"/>
          </a:p>
          <a:p>
            <a:pPr indent="-304800" lvl="0" marL="914400" rtl="0" algn="l">
              <a:spcBef>
                <a:spcPts val="0"/>
              </a:spcBef>
              <a:spcAft>
                <a:spcPts val="0"/>
              </a:spcAft>
              <a:buSzPts val="1200"/>
              <a:buChar char="●"/>
            </a:pPr>
            <a:r>
              <a:rPr lang="en"/>
              <a:t>Rate Stats Model: r = 0.49</a:t>
            </a:r>
            <a:endParaRPr/>
          </a:p>
          <a:p>
            <a:pPr indent="-304800" lvl="0" marL="914400" rtl="0" algn="l">
              <a:spcBef>
                <a:spcPts val="0"/>
              </a:spcBef>
              <a:spcAft>
                <a:spcPts val="0"/>
              </a:spcAft>
              <a:buSzPts val="1200"/>
              <a:buChar char="●"/>
            </a:pPr>
            <a:r>
              <a:rPr lang="en"/>
              <a:t>Strokes Gained Model: r = 0.81</a:t>
            </a:r>
            <a:endParaRPr/>
          </a:p>
          <a:p>
            <a:pPr indent="457200" lvl="0" marL="457200" rtl="0" algn="l">
              <a:spcBef>
                <a:spcPts val="0"/>
              </a:spcBef>
              <a:spcAft>
                <a:spcPts val="0"/>
              </a:spcAft>
              <a:buNone/>
            </a:pPr>
            <a:r>
              <a:rPr lang="en"/>
              <a:t>→ SG model more than doubles </a:t>
            </a:r>
            <a:endParaRPr/>
          </a:p>
          <a:p>
            <a:pPr indent="457200" lvl="0" marL="457200" rtl="0" algn="l">
              <a:spcBef>
                <a:spcPts val="0"/>
              </a:spcBef>
              <a:spcAft>
                <a:spcPts val="0"/>
              </a:spcAft>
              <a:buNone/>
            </a:pPr>
            <a:r>
              <a:rPr lang="en"/>
              <a:t>predictive accuracy.</a:t>
            </a:r>
            <a:endParaRPr/>
          </a:p>
          <a:p>
            <a:pPr indent="457200" lvl="0" marL="457200" rtl="0" algn="l">
              <a:spcBef>
                <a:spcPts val="0"/>
              </a:spcBef>
              <a:spcAft>
                <a:spcPts val="0"/>
              </a:spcAft>
              <a:buNone/>
            </a:pPr>
            <a:r>
              <a:t/>
            </a:r>
            <a:endParaRPr/>
          </a:p>
          <a:p>
            <a:pPr indent="-304800" lvl="0" marL="457200" rtl="0" algn="l">
              <a:spcBef>
                <a:spcPts val="0"/>
              </a:spcBef>
              <a:spcAft>
                <a:spcPts val="0"/>
              </a:spcAft>
              <a:buSzPts val="1200"/>
              <a:buAutoNum type="arabicPeriod"/>
            </a:pPr>
            <a:r>
              <a:rPr b="1" lang="en"/>
              <a:t>Full Predictive Performance Metrics</a:t>
            </a:r>
            <a:endParaRPr b="1"/>
          </a:p>
          <a:p>
            <a:pPr indent="0" lvl="0" marL="457200" rtl="0" algn="l">
              <a:spcBef>
                <a:spcPts val="0"/>
              </a:spcBef>
              <a:spcAft>
                <a:spcPts val="0"/>
              </a:spcAft>
              <a:buNone/>
            </a:pPr>
            <a:r>
              <a:t/>
            </a:r>
            <a:endParaRPr/>
          </a:p>
          <a:p>
            <a:pPr indent="-304800" lvl="0" marL="914400" rtl="0" algn="l">
              <a:spcBef>
                <a:spcPts val="0"/>
              </a:spcBef>
              <a:spcAft>
                <a:spcPts val="0"/>
              </a:spcAft>
              <a:buSzPts val="1200"/>
              <a:buChar char="●"/>
            </a:pPr>
            <a:r>
              <a:rPr lang="en"/>
              <a:t>Interpretation: </a:t>
            </a:r>
            <a:endParaRPr/>
          </a:p>
          <a:p>
            <a:pPr indent="0" lvl="0" marL="0" rtl="0" algn="l">
              <a:spcBef>
                <a:spcPts val="0"/>
              </a:spcBef>
              <a:spcAft>
                <a:spcPts val="0"/>
              </a:spcAft>
              <a:buNone/>
            </a:pPr>
            <a:r>
              <a:t/>
            </a:r>
            <a:endParaRPr/>
          </a:p>
          <a:p>
            <a:pPr indent="0" lvl="0" marL="457200" rtl="0" algn="l">
              <a:spcBef>
                <a:spcPts val="0"/>
              </a:spcBef>
              <a:spcAft>
                <a:spcPts val="0"/>
              </a:spcAft>
              <a:buNone/>
            </a:pPr>
            <a:r>
              <a:rPr lang="en" u="sng"/>
              <a:t>Notes:</a:t>
            </a:r>
            <a:r>
              <a:rPr lang="en"/>
              <a:t> </a:t>
            </a:r>
            <a:endParaRPr/>
          </a:p>
          <a:p>
            <a:pPr indent="-304800" lvl="0" marL="914400" rtl="0" algn="l">
              <a:spcBef>
                <a:spcPts val="0"/>
              </a:spcBef>
              <a:spcAft>
                <a:spcPts val="0"/>
              </a:spcAft>
              <a:buSzPts val="1200"/>
              <a:buChar char="●"/>
            </a:pPr>
            <a:r>
              <a:rPr lang="en"/>
              <a:t>SG reduces large errors by ~34%</a:t>
            </a:r>
            <a:endParaRPr/>
          </a:p>
          <a:p>
            <a:pPr indent="-304800" lvl="0" marL="914400" rtl="0" algn="l">
              <a:spcBef>
                <a:spcPts val="0"/>
              </a:spcBef>
              <a:spcAft>
                <a:spcPts val="0"/>
              </a:spcAft>
              <a:buSzPts val="1200"/>
              <a:buChar char="●"/>
            </a:pPr>
            <a:r>
              <a:rPr lang="en"/>
              <a:t>SG misses by ~105 fewer points on average</a:t>
            </a:r>
            <a:endParaRPr/>
          </a:p>
          <a:p>
            <a:pPr indent="-304800" lvl="0" marL="914400" rtl="0" algn="l">
              <a:spcBef>
                <a:spcPts val="0"/>
              </a:spcBef>
              <a:spcAft>
                <a:spcPts val="0"/>
              </a:spcAft>
              <a:buSzPts val="1200"/>
              <a:buChar char="●"/>
            </a:pPr>
            <a:r>
              <a:rPr lang="en"/>
              <a:t>SG explains 65% of 2025 variation </a:t>
            </a:r>
            <a:endParaRPr/>
          </a:p>
          <a:p>
            <a:pPr indent="457200" lvl="0" marL="457200" rtl="0" algn="l">
              <a:spcBef>
                <a:spcPts val="0"/>
              </a:spcBef>
              <a:spcAft>
                <a:spcPts val="0"/>
              </a:spcAft>
              <a:buNone/>
            </a:pPr>
            <a:r>
              <a:rPr lang="en"/>
              <a:t>(rate stats explain almost none)</a:t>
            </a:r>
            <a:endParaRPr/>
          </a:p>
          <a:p>
            <a:pPr indent="-304800" lvl="0" marL="914400" rtl="0" algn="l">
              <a:spcBef>
                <a:spcPts val="0"/>
              </a:spcBef>
              <a:spcAft>
                <a:spcPts val="0"/>
              </a:spcAft>
              <a:buSzPts val="1200"/>
              <a:buChar char="●"/>
            </a:pPr>
            <a:r>
              <a:rPr lang="en"/>
              <a:t>SG is much less biased for high-scoring players</a:t>
            </a:r>
            <a:endParaRPr/>
          </a:p>
        </p:txBody>
      </p:sp>
      <p:sp>
        <p:nvSpPr>
          <p:cNvPr id="1253" name="Google Shape;1253;p33"/>
          <p:cNvSpPr/>
          <p:nvPr/>
        </p:nvSpPr>
        <p:spPr>
          <a:xfrm flipH="1">
            <a:off x="8297651" y="1287033"/>
            <a:ext cx="1176703" cy="192649"/>
          </a:xfrm>
          <a:custGeom>
            <a:rect b="b" l="l" r="r" t="t"/>
            <a:pathLst>
              <a:path extrusionOk="0" h="29961" w="183002">
                <a:moveTo>
                  <a:pt x="11" y="29962"/>
                </a:moveTo>
                <a:lnTo>
                  <a:pt x="183003" y="29962"/>
                </a:lnTo>
                <a:cubicBezTo>
                  <a:pt x="180494" y="21982"/>
                  <a:pt x="170526" y="15701"/>
                  <a:pt x="162374" y="17625"/>
                </a:cubicBezTo>
                <a:cubicBezTo>
                  <a:pt x="160016" y="7440"/>
                  <a:pt x="149864" y="-355"/>
                  <a:pt x="139420" y="12"/>
                </a:cubicBezTo>
                <a:cubicBezTo>
                  <a:pt x="128975" y="380"/>
                  <a:pt x="119385" y="8857"/>
                  <a:pt x="117742" y="19182"/>
                </a:cubicBezTo>
                <a:cubicBezTo>
                  <a:pt x="114022" y="14511"/>
                  <a:pt x="107470" y="12306"/>
                  <a:pt x="101697" y="13787"/>
                </a:cubicBezTo>
                <a:cubicBezTo>
                  <a:pt x="95912" y="15257"/>
                  <a:pt x="91220" y="20339"/>
                  <a:pt x="90193" y="26210"/>
                </a:cubicBezTo>
                <a:cubicBezTo>
                  <a:pt x="86138" y="17625"/>
                  <a:pt x="72656" y="15711"/>
                  <a:pt x="66375" y="22826"/>
                </a:cubicBezTo>
                <a:cubicBezTo>
                  <a:pt x="45897" y="10403"/>
                  <a:pt x="17439" y="13538"/>
                  <a:pt x="0" y="2996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4" name="Google Shape;1254;p33"/>
          <p:cNvSpPr/>
          <p:nvPr/>
        </p:nvSpPr>
        <p:spPr>
          <a:xfrm>
            <a:off x="6022426" y="1973062"/>
            <a:ext cx="572154" cy="104365"/>
          </a:xfrm>
          <a:custGeom>
            <a:rect b="b" l="l" r="r" t="t"/>
            <a:pathLst>
              <a:path extrusionOk="0" h="16231" w="88982">
                <a:moveTo>
                  <a:pt x="88982" y="16232"/>
                </a:moveTo>
                <a:lnTo>
                  <a:pt x="0" y="16232"/>
                </a:lnTo>
                <a:cubicBezTo>
                  <a:pt x="3406" y="7399"/>
                  <a:pt x="9558" y="1127"/>
                  <a:pt x="18975" y="133"/>
                </a:cubicBezTo>
                <a:cubicBezTo>
                  <a:pt x="28392" y="-862"/>
                  <a:pt x="38188" y="3798"/>
                  <a:pt x="43356" y="11723"/>
                </a:cubicBezTo>
                <a:cubicBezTo>
                  <a:pt x="57660" y="4209"/>
                  <a:pt x="77273" y="5085"/>
                  <a:pt x="88971" y="162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55" name="Google Shape;1255;p33"/>
          <p:cNvGrpSpPr/>
          <p:nvPr/>
        </p:nvGrpSpPr>
        <p:grpSpPr>
          <a:xfrm>
            <a:off x="7084734" y="3930322"/>
            <a:ext cx="2058714" cy="678320"/>
            <a:chOff x="7084734" y="3930322"/>
            <a:chExt cx="2058714" cy="678320"/>
          </a:xfrm>
        </p:grpSpPr>
        <p:sp>
          <p:nvSpPr>
            <p:cNvPr id="1256" name="Google Shape;1256;p33"/>
            <p:cNvSpPr/>
            <p:nvPr/>
          </p:nvSpPr>
          <p:spPr>
            <a:xfrm>
              <a:off x="8145620" y="3930322"/>
              <a:ext cx="997812" cy="678320"/>
            </a:xfrm>
            <a:custGeom>
              <a:rect b="b" l="l" r="r" t="t"/>
              <a:pathLst>
                <a:path extrusionOk="0" h="185841" w="226518">
                  <a:moveTo>
                    <a:pt x="194332" y="1391"/>
                  </a:moveTo>
                  <a:cubicBezTo>
                    <a:pt x="175984" y="5326"/>
                    <a:pt x="158987" y="20452"/>
                    <a:pt x="158219" y="39200"/>
                  </a:cubicBezTo>
                  <a:cubicBezTo>
                    <a:pt x="154435" y="32637"/>
                    <a:pt x="146024" y="29156"/>
                    <a:pt x="138704" y="31113"/>
                  </a:cubicBezTo>
                  <a:cubicBezTo>
                    <a:pt x="131395" y="33080"/>
                    <a:pt x="125860" y="40314"/>
                    <a:pt x="125870" y="47882"/>
                  </a:cubicBezTo>
                  <a:cubicBezTo>
                    <a:pt x="119156" y="35200"/>
                    <a:pt x="102798" y="29102"/>
                    <a:pt x="88958" y="32864"/>
                  </a:cubicBezTo>
                  <a:cubicBezTo>
                    <a:pt x="75119" y="36637"/>
                    <a:pt x="64469" y="49114"/>
                    <a:pt x="61345" y="63116"/>
                  </a:cubicBezTo>
                  <a:cubicBezTo>
                    <a:pt x="58220" y="77117"/>
                    <a:pt x="62091" y="92178"/>
                    <a:pt x="70222" y="104007"/>
                  </a:cubicBezTo>
                  <a:cubicBezTo>
                    <a:pt x="61712" y="101055"/>
                    <a:pt x="51625" y="109780"/>
                    <a:pt x="53312" y="118624"/>
                  </a:cubicBezTo>
                  <a:cubicBezTo>
                    <a:pt x="37180" y="119251"/>
                    <a:pt x="21481" y="127328"/>
                    <a:pt x="11589" y="140086"/>
                  </a:cubicBezTo>
                  <a:cubicBezTo>
                    <a:pt x="1695" y="152855"/>
                    <a:pt x="-2208" y="170067"/>
                    <a:pt x="1220" y="185842"/>
                  </a:cubicBezTo>
                  <a:cubicBezTo>
                    <a:pt x="72730" y="158498"/>
                    <a:pt x="150003" y="148530"/>
                    <a:pt x="226518" y="151914"/>
                  </a:cubicBezTo>
                  <a:lnTo>
                    <a:pt x="226518" y="2212"/>
                  </a:lnTo>
                  <a:cubicBezTo>
                    <a:pt x="215847" y="-166"/>
                    <a:pt x="204959" y="-901"/>
                    <a:pt x="194321" y="1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57" name="Google Shape;1257;p33"/>
            <p:cNvGrpSpPr/>
            <p:nvPr/>
          </p:nvGrpSpPr>
          <p:grpSpPr>
            <a:xfrm>
              <a:off x="7084734" y="4426965"/>
              <a:ext cx="2058714" cy="179549"/>
              <a:chOff x="7814590" y="4271587"/>
              <a:chExt cx="1326491" cy="334731"/>
            </a:xfrm>
          </p:grpSpPr>
          <p:sp>
            <p:nvSpPr>
              <p:cNvPr id="1258" name="Google Shape;1258;p33"/>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9" name="Google Shape;1259;p33"/>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0" name="Google Shape;1260;p33"/>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1261" name="Google Shape;1261;p33" title="Screenshot 2025-11-25 at 8.39.34 PM.png"/>
          <p:cNvPicPr preferRelativeResize="0"/>
          <p:nvPr/>
        </p:nvPicPr>
        <p:blipFill>
          <a:blip r:embed="rId3">
            <a:alphaModFix/>
          </a:blip>
          <a:stretch>
            <a:fillRect/>
          </a:stretch>
        </p:blipFill>
        <p:spPr>
          <a:xfrm>
            <a:off x="1253025" y="2533400"/>
            <a:ext cx="3003674" cy="524675"/>
          </a:xfrm>
          <a:prstGeom prst="rect">
            <a:avLst/>
          </a:prstGeom>
          <a:noFill/>
          <a:ln>
            <a:noFill/>
          </a:ln>
        </p:spPr>
      </p:pic>
      <p:pic>
        <p:nvPicPr>
          <p:cNvPr id="1262" name="Google Shape;1262;p33" title="Screenshot 2025-11-25 at 8.43.57 PM.png"/>
          <p:cNvPicPr preferRelativeResize="0"/>
          <p:nvPr/>
        </p:nvPicPr>
        <p:blipFill>
          <a:blip r:embed="rId4">
            <a:alphaModFix/>
          </a:blip>
          <a:stretch>
            <a:fillRect/>
          </a:stretch>
        </p:blipFill>
        <p:spPr>
          <a:xfrm>
            <a:off x="5410533" y="1626662"/>
            <a:ext cx="3463169" cy="2156675"/>
          </a:xfrm>
          <a:prstGeom prst="rect">
            <a:avLst/>
          </a:prstGeom>
          <a:noFill/>
          <a:ln>
            <a:noFill/>
          </a:ln>
        </p:spPr>
      </p:pic>
      <p:sp>
        <p:nvSpPr>
          <p:cNvPr id="1263" name="Google Shape;1263;p33"/>
          <p:cNvSpPr txBox="1"/>
          <p:nvPr/>
        </p:nvSpPr>
        <p:spPr>
          <a:xfrm>
            <a:off x="5028450" y="1198688"/>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Open Sans"/>
                <a:ea typeface="Open Sans"/>
                <a:cs typeface="Open Sans"/>
                <a:sym typeface="Open Sans"/>
              </a:rPr>
              <a:t>3.     Actual vs Predicted Scatterplots</a:t>
            </a:r>
            <a:endParaRPr b="1" sz="1200">
              <a:solidFill>
                <a:schemeClr val="dk1"/>
              </a:solidFill>
              <a:latin typeface="Open Sans"/>
              <a:ea typeface="Open Sans"/>
              <a:cs typeface="Open Sans"/>
              <a:sym typeface="Open Sans"/>
            </a:endParaRPr>
          </a:p>
        </p:txBody>
      </p:sp>
      <p:sp>
        <p:nvSpPr>
          <p:cNvPr id="1264" name="Google Shape;1264;p33"/>
          <p:cNvSpPr txBox="1"/>
          <p:nvPr/>
        </p:nvSpPr>
        <p:spPr>
          <a:xfrm>
            <a:off x="5410525" y="3841975"/>
            <a:ext cx="3542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Open Sans"/>
                <a:ea typeface="Open Sans"/>
                <a:cs typeface="Open Sans"/>
                <a:sym typeface="Open Sans"/>
              </a:rPr>
              <a:t>Points cluster near </a:t>
            </a:r>
            <a:r>
              <a:rPr lang="en" sz="1200">
                <a:latin typeface="Open Sans"/>
                <a:ea typeface="Open Sans"/>
                <a:cs typeface="Open Sans"/>
                <a:sym typeface="Open Sans"/>
              </a:rPr>
              <a:t>45° </a:t>
            </a:r>
            <a:r>
              <a:rPr lang="en" sz="1200">
                <a:latin typeface="Open Sans"/>
                <a:ea typeface="Open Sans"/>
                <a:cs typeface="Open Sans"/>
                <a:sym typeface="Open Sans"/>
              </a:rPr>
              <a:t>line in the SG model.</a:t>
            </a:r>
            <a:endParaRPr sz="1200">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Predicted 2025 Ranking Accuracy (SG Model)</a:t>
            </a:r>
            <a:endParaRPr/>
          </a:p>
        </p:txBody>
      </p:sp>
      <p:sp>
        <p:nvSpPr>
          <p:cNvPr id="1270" name="Google Shape;1270;p34"/>
          <p:cNvSpPr/>
          <p:nvPr/>
        </p:nvSpPr>
        <p:spPr>
          <a:xfrm>
            <a:off x="7913831" y="1236913"/>
            <a:ext cx="870255" cy="185280"/>
          </a:xfrm>
          <a:custGeom>
            <a:rect b="b" l="l" r="r" t="t"/>
            <a:pathLst>
              <a:path extrusionOk="0" h="28815" w="135343">
                <a:moveTo>
                  <a:pt x="0" y="28805"/>
                </a:moveTo>
                <a:lnTo>
                  <a:pt x="135343" y="28805"/>
                </a:lnTo>
                <a:cubicBezTo>
                  <a:pt x="132684" y="19063"/>
                  <a:pt x="121958" y="11927"/>
                  <a:pt x="112001" y="13625"/>
                </a:cubicBezTo>
                <a:cubicBezTo>
                  <a:pt x="111903" y="7018"/>
                  <a:pt x="106000" y="1440"/>
                  <a:pt x="99491" y="282"/>
                </a:cubicBezTo>
                <a:cubicBezTo>
                  <a:pt x="92983" y="-874"/>
                  <a:pt x="86257" y="1645"/>
                  <a:pt x="80960" y="5602"/>
                </a:cubicBezTo>
                <a:cubicBezTo>
                  <a:pt x="74840" y="10165"/>
                  <a:pt x="70201" y="16663"/>
                  <a:pt x="67866" y="23928"/>
                </a:cubicBezTo>
                <a:cubicBezTo>
                  <a:pt x="66439" y="21139"/>
                  <a:pt x="63358" y="19279"/>
                  <a:pt x="60233" y="19311"/>
                </a:cubicBezTo>
                <a:cubicBezTo>
                  <a:pt x="57098" y="19333"/>
                  <a:pt x="54060" y="21247"/>
                  <a:pt x="52665" y="24047"/>
                </a:cubicBezTo>
                <a:cubicBezTo>
                  <a:pt x="45323" y="18814"/>
                  <a:pt x="36036" y="16403"/>
                  <a:pt x="27073" y="17387"/>
                </a:cubicBezTo>
                <a:cubicBezTo>
                  <a:pt x="18110" y="18371"/>
                  <a:pt x="6022" y="22112"/>
                  <a:pt x="0" y="288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71" name="Google Shape;1271;p34"/>
          <p:cNvGrpSpPr/>
          <p:nvPr/>
        </p:nvGrpSpPr>
        <p:grpSpPr>
          <a:xfrm>
            <a:off x="7813627" y="3715625"/>
            <a:ext cx="393151" cy="888374"/>
            <a:chOff x="2371457" y="352177"/>
            <a:chExt cx="567236" cy="1281740"/>
          </a:xfrm>
        </p:grpSpPr>
        <p:sp>
          <p:nvSpPr>
            <p:cNvPr id="1272" name="Google Shape;1272;p34"/>
            <p:cNvSpPr/>
            <p:nvPr/>
          </p:nvSpPr>
          <p:spPr>
            <a:xfrm>
              <a:off x="2390160" y="533178"/>
              <a:ext cx="482527" cy="190061"/>
            </a:xfrm>
            <a:custGeom>
              <a:rect b="b" l="l" r="r" t="t"/>
              <a:pathLst>
                <a:path extrusionOk="0" h="19670" w="49951">
                  <a:moveTo>
                    <a:pt x="35961" y="3203"/>
                  </a:moveTo>
                  <a:cubicBezTo>
                    <a:pt x="33614" y="1322"/>
                    <a:pt x="30739" y="-213"/>
                    <a:pt x="27744" y="24"/>
                  </a:cubicBezTo>
                  <a:cubicBezTo>
                    <a:pt x="21376" y="522"/>
                    <a:pt x="17689" y="8404"/>
                    <a:pt x="11375" y="9377"/>
                  </a:cubicBezTo>
                  <a:cubicBezTo>
                    <a:pt x="7894" y="9917"/>
                    <a:pt x="4368" y="8122"/>
                    <a:pt x="1958" y="5549"/>
                  </a:cubicBezTo>
                  <a:cubicBezTo>
                    <a:pt x="1233" y="4771"/>
                    <a:pt x="584" y="3938"/>
                    <a:pt x="0" y="3052"/>
                  </a:cubicBezTo>
                  <a:lnTo>
                    <a:pt x="0" y="17486"/>
                  </a:lnTo>
                  <a:cubicBezTo>
                    <a:pt x="4120" y="21270"/>
                    <a:pt x="11580" y="20081"/>
                    <a:pt x="18943" y="14361"/>
                  </a:cubicBezTo>
                  <a:cubicBezTo>
                    <a:pt x="19203" y="14156"/>
                    <a:pt x="19461" y="13950"/>
                    <a:pt x="19732" y="13734"/>
                  </a:cubicBezTo>
                  <a:cubicBezTo>
                    <a:pt x="22327" y="11626"/>
                    <a:pt x="24933" y="9128"/>
                    <a:pt x="27582" y="7679"/>
                  </a:cubicBezTo>
                  <a:cubicBezTo>
                    <a:pt x="27636" y="7647"/>
                    <a:pt x="27700" y="7625"/>
                    <a:pt x="27754" y="7593"/>
                  </a:cubicBezTo>
                  <a:cubicBezTo>
                    <a:pt x="31160" y="5776"/>
                    <a:pt x="34123" y="5971"/>
                    <a:pt x="36556" y="6955"/>
                  </a:cubicBezTo>
                  <a:cubicBezTo>
                    <a:pt x="36890" y="7095"/>
                    <a:pt x="37226" y="7247"/>
                    <a:pt x="37550" y="7409"/>
                  </a:cubicBezTo>
                  <a:cubicBezTo>
                    <a:pt x="39215" y="8263"/>
                    <a:pt x="40685" y="9420"/>
                    <a:pt x="42286" y="10382"/>
                  </a:cubicBezTo>
                  <a:cubicBezTo>
                    <a:pt x="43227" y="10945"/>
                    <a:pt x="44221" y="11453"/>
                    <a:pt x="45313" y="11777"/>
                  </a:cubicBezTo>
                  <a:cubicBezTo>
                    <a:pt x="46643" y="12177"/>
                    <a:pt x="48222" y="12177"/>
                    <a:pt x="49951" y="11766"/>
                  </a:cubicBezTo>
                  <a:cubicBezTo>
                    <a:pt x="47421" y="11366"/>
                    <a:pt x="44978" y="10458"/>
                    <a:pt x="42859" y="9042"/>
                  </a:cubicBezTo>
                  <a:cubicBezTo>
                    <a:pt x="40361" y="7366"/>
                    <a:pt x="38318" y="5095"/>
                    <a:pt x="35972" y="321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3" name="Google Shape;1273;p34"/>
            <p:cNvSpPr/>
            <p:nvPr/>
          </p:nvSpPr>
          <p:spPr>
            <a:xfrm>
              <a:off x="2431237" y="412801"/>
              <a:ext cx="101614" cy="153440"/>
            </a:xfrm>
            <a:custGeom>
              <a:rect b="b" l="l" r="r" t="t"/>
              <a:pathLst>
                <a:path extrusionOk="0" h="15880" w="10519">
                  <a:moveTo>
                    <a:pt x="670" y="9774"/>
                  </a:moveTo>
                  <a:cubicBezTo>
                    <a:pt x="1016" y="11796"/>
                    <a:pt x="1913" y="13828"/>
                    <a:pt x="3578" y="15007"/>
                  </a:cubicBezTo>
                  <a:cubicBezTo>
                    <a:pt x="5254" y="16185"/>
                    <a:pt x="7806" y="16240"/>
                    <a:pt x="9211" y="14747"/>
                  </a:cubicBezTo>
                  <a:cubicBezTo>
                    <a:pt x="10055" y="13850"/>
                    <a:pt x="10368" y="12585"/>
                    <a:pt x="10401" y="11353"/>
                  </a:cubicBezTo>
                  <a:cubicBezTo>
                    <a:pt x="10443" y="10131"/>
                    <a:pt x="10239" y="8909"/>
                    <a:pt x="10206" y="7687"/>
                  </a:cubicBezTo>
                  <a:cubicBezTo>
                    <a:pt x="10173" y="6541"/>
                    <a:pt x="10282" y="5406"/>
                    <a:pt x="10519" y="4281"/>
                  </a:cubicBezTo>
                  <a:cubicBezTo>
                    <a:pt x="6725" y="3817"/>
                    <a:pt x="3048" y="2314"/>
                    <a:pt x="0" y="0"/>
                  </a:cubicBezTo>
                  <a:cubicBezTo>
                    <a:pt x="291" y="1178"/>
                    <a:pt x="389" y="2422"/>
                    <a:pt x="421" y="3644"/>
                  </a:cubicBezTo>
                  <a:cubicBezTo>
                    <a:pt x="465" y="5687"/>
                    <a:pt x="335" y="7763"/>
                    <a:pt x="670" y="977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4" name="Google Shape;1274;p34"/>
            <p:cNvSpPr/>
            <p:nvPr/>
          </p:nvSpPr>
          <p:spPr>
            <a:xfrm>
              <a:off x="2390160" y="371096"/>
              <a:ext cx="548533" cy="275488"/>
            </a:xfrm>
            <a:custGeom>
              <a:rect b="b" l="l" r="r" t="t"/>
              <a:pathLst>
                <a:path extrusionOk="0" h="28511" w="56784">
                  <a:moveTo>
                    <a:pt x="52103" y="24738"/>
                  </a:moveTo>
                  <a:cubicBezTo>
                    <a:pt x="49941" y="24143"/>
                    <a:pt x="47898" y="22943"/>
                    <a:pt x="46178" y="21483"/>
                  </a:cubicBezTo>
                  <a:cubicBezTo>
                    <a:pt x="43237" y="18996"/>
                    <a:pt x="40978" y="15807"/>
                    <a:pt x="38285" y="13039"/>
                  </a:cubicBezTo>
                  <a:cubicBezTo>
                    <a:pt x="35604" y="10271"/>
                    <a:pt x="32252" y="7828"/>
                    <a:pt x="28414" y="7503"/>
                  </a:cubicBezTo>
                  <a:cubicBezTo>
                    <a:pt x="25733" y="7276"/>
                    <a:pt x="23095" y="8098"/>
                    <a:pt x="20424" y="8509"/>
                  </a:cubicBezTo>
                  <a:cubicBezTo>
                    <a:pt x="20251" y="8531"/>
                    <a:pt x="20078" y="8563"/>
                    <a:pt x="19905" y="8585"/>
                  </a:cubicBezTo>
                  <a:cubicBezTo>
                    <a:pt x="18943" y="8714"/>
                    <a:pt x="17970" y="8758"/>
                    <a:pt x="16997" y="8747"/>
                  </a:cubicBezTo>
                  <a:cubicBezTo>
                    <a:pt x="16251" y="8736"/>
                    <a:pt x="15504" y="8682"/>
                    <a:pt x="14769" y="8585"/>
                  </a:cubicBezTo>
                  <a:cubicBezTo>
                    <a:pt x="14532" y="9698"/>
                    <a:pt x="14412" y="10844"/>
                    <a:pt x="14456" y="11990"/>
                  </a:cubicBezTo>
                  <a:cubicBezTo>
                    <a:pt x="14499" y="13212"/>
                    <a:pt x="14693" y="14434"/>
                    <a:pt x="14651" y="15656"/>
                  </a:cubicBezTo>
                  <a:cubicBezTo>
                    <a:pt x="14608" y="16877"/>
                    <a:pt x="14294" y="18153"/>
                    <a:pt x="13461" y="19051"/>
                  </a:cubicBezTo>
                  <a:cubicBezTo>
                    <a:pt x="12056" y="20543"/>
                    <a:pt x="9504" y="20489"/>
                    <a:pt x="7828" y="19310"/>
                  </a:cubicBezTo>
                  <a:cubicBezTo>
                    <a:pt x="6152" y="18131"/>
                    <a:pt x="5255" y="16099"/>
                    <a:pt x="4920" y="14077"/>
                  </a:cubicBezTo>
                  <a:cubicBezTo>
                    <a:pt x="4585" y="12055"/>
                    <a:pt x="4714" y="9990"/>
                    <a:pt x="4671" y="7947"/>
                  </a:cubicBezTo>
                  <a:cubicBezTo>
                    <a:pt x="4650" y="6725"/>
                    <a:pt x="4541" y="5492"/>
                    <a:pt x="4250" y="4303"/>
                  </a:cubicBezTo>
                  <a:cubicBezTo>
                    <a:pt x="4044" y="4152"/>
                    <a:pt x="3839" y="3990"/>
                    <a:pt x="3644" y="3827"/>
                  </a:cubicBezTo>
                  <a:cubicBezTo>
                    <a:pt x="2271" y="2714"/>
                    <a:pt x="1038" y="1438"/>
                    <a:pt x="0" y="0"/>
                  </a:cubicBezTo>
                  <a:lnTo>
                    <a:pt x="0" y="19807"/>
                  </a:lnTo>
                  <a:cubicBezTo>
                    <a:pt x="584" y="20683"/>
                    <a:pt x="1233" y="21526"/>
                    <a:pt x="1958" y="22305"/>
                  </a:cubicBezTo>
                  <a:cubicBezTo>
                    <a:pt x="4368" y="24867"/>
                    <a:pt x="7894" y="26673"/>
                    <a:pt x="11375" y="26132"/>
                  </a:cubicBezTo>
                  <a:cubicBezTo>
                    <a:pt x="17689" y="25159"/>
                    <a:pt x="21376" y="17288"/>
                    <a:pt x="27744" y="16780"/>
                  </a:cubicBezTo>
                  <a:cubicBezTo>
                    <a:pt x="30739" y="16542"/>
                    <a:pt x="33614" y="18077"/>
                    <a:pt x="35961" y="19959"/>
                  </a:cubicBezTo>
                  <a:cubicBezTo>
                    <a:pt x="38307" y="21840"/>
                    <a:pt x="40350" y="24111"/>
                    <a:pt x="42848" y="25786"/>
                  </a:cubicBezTo>
                  <a:cubicBezTo>
                    <a:pt x="44978" y="27203"/>
                    <a:pt x="47421" y="28122"/>
                    <a:pt x="49941" y="28511"/>
                  </a:cubicBezTo>
                  <a:cubicBezTo>
                    <a:pt x="52070" y="27992"/>
                    <a:pt x="54427" y="26835"/>
                    <a:pt x="56785" y="24932"/>
                  </a:cubicBezTo>
                  <a:cubicBezTo>
                    <a:pt x="55217" y="25267"/>
                    <a:pt x="53628" y="25149"/>
                    <a:pt x="52093" y="24727"/>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5" name="Google Shape;1275;p34"/>
            <p:cNvSpPr/>
            <p:nvPr/>
          </p:nvSpPr>
          <p:spPr>
            <a:xfrm>
              <a:off x="2390160" y="533178"/>
              <a:ext cx="482527" cy="190061"/>
            </a:xfrm>
            <a:custGeom>
              <a:rect b="b" l="l" r="r" t="t"/>
              <a:pathLst>
                <a:path extrusionOk="0" h="19670" w="49951">
                  <a:moveTo>
                    <a:pt x="35961" y="3203"/>
                  </a:moveTo>
                  <a:cubicBezTo>
                    <a:pt x="33614" y="1322"/>
                    <a:pt x="30739" y="-213"/>
                    <a:pt x="27744" y="24"/>
                  </a:cubicBezTo>
                  <a:cubicBezTo>
                    <a:pt x="21376" y="522"/>
                    <a:pt x="17689" y="8404"/>
                    <a:pt x="11375" y="9377"/>
                  </a:cubicBezTo>
                  <a:cubicBezTo>
                    <a:pt x="7894" y="9917"/>
                    <a:pt x="4368" y="8122"/>
                    <a:pt x="1958" y="5549"/>
                  </a:cubicBezTo>
                  <a:cubicBezTo>
                    <a:pt x="1233" y="4771"/>
                    <a:pt x="584" y="3938"/>
                    <a:pt x="0" y="3052"/>
                  </a:cubicBezTo>
                  <a:lnTo>
                    <a:pt x="0" y="17486"/>
                  </a:lnTo>
                  <a:cubicBezTo>
                    <a:pt x="4120" y="21270"/>
                    <a:pt x="11580" y="20081"/>
                    <a:pt x="18943" y="14361"/>
                  </a:cubicBezTo>
                  <a:cubicBezTo>
                    <a:pt x="19203" y="14156"/>
                    <a:pt x="19461" y="13950"/>
                    <a:pt x="19732" y="13734"/>
                  </a:cubicBezTo>
                  <a:cubicBezTo>
                    <a:pt x="22327" y="11626"/>
                    <a:pt x="24933" y="9128"/>
                    <a:pt x="27582" y="7679"/>
                  </a:cubicBezTo>
                  <a:cubicBezTo>
                    <a:pt x="27636" y="7647"/>
                    <a:pt x="27700" y="7625"/>
                    <a:pt x="27754" y="7593"/>
                  </a:cubicBezTo>
                  <a:cubicBezTo>
                    <a:pt x="31160" y="5776"/>
                    <a:pt x="34123" y="5971"/>
                    <a:pt x="36556" y="6955"/>
                  </a:cubicBezTo>
                  <a:cubicBezTo>
                    <a:pt x="36890" y="7095"/>
                    <a:pt x="37226" y="7247"/>
                    <a:pt x="37550" y="7409"/>
                  </a:cubicBezTo>
                  <a:cubicBezTo>
                    <a:pt x="39215" y="8263"/>
                    <a:pt x="40685" y="9420"/>
                    <a:pt x="42286" y="10382"/>
                  </a:cubicBezTo>
                  <a:cubicBezTo>
                    <a:pt x="43227" y="10945"/>
                    <a:pt x="44221" y="11453"/>
                    <a:pt x="45313" y="11777"/>
                  </a:cubicBezTo>
                  <a:cubicBezTo>
                    <a:pt x="46643" y="12177"/>
                    <a:pt x="48222" y="12177"/>
                    <a:pt x="49951" y="11766"/>
                  </a:cubicBezTo>
                  <a:cubicBezTo>
                    <a:pt x="47421" y="11366"/>
                    <a:pt x="44978" y="10458"/>
                    <a:pt x="42859" y="9042"/>
                  </a:cubicBezTo>
                  <a:cubicBezTo>
                    <a:pt x="40361" y="7366"/>
                    <a:pt x="38318" y="5095"/>
                    <a:pt x="35972" y="3214"/>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6" name="Google Shape;1276;p34"/>
            <p:cNvSpPr/>
            <p:nvPr/>
          </p:nvSpPr>
          <p:spPr>
            <a:xfrm>
              <a:off x="2431237" y="412801"/>
              <a:ext cx="101614" cy="153440"/>
            </a:xfrm>
            <a:custGeom>
              <a:rect b="b" l="l" r="r" t="t"/>
              <a:pathLst>
                <a:path extrusionOk="0" h="15880" w="10519">
                  <a:moveTo>
                    <a:pt x="670" y="9774"/>
                  </a:moveTo>
                  <a:cubicBezTo>
                    <a:pt x="1016" y="11796"/>
                    <a:pt x="1913" y="13828"/>
                    <a:pt x="3578" y="15007"/>
                  </a:cubicBezTo>
                  <a:cubicBezTo>
                    <a:pt x="5254" y="16185"/>
                    <a:pt x="7806" y="16240"/>
                    <a:pt x="9211" y="14747"/>
                  </a:cubicBezTo>
                  <a:cubicBezTo>
                    <a:pt x="10055" y="13850"/>
                    <a:pt x="10368" y="12585"/>
                    <a:pt x="10401" y="11353"/>
                  </a:cubicBezTo>
                  <a:cubicBezTo>
                    <a:pt x="10443" y="10131"/>
                    <a:pt x="10239" y="8909"/>
                    <a:pt x="10206" y="7687"/>
                  </a:cubicBezTo>
                  <a:cubicBezTo>
                    <a:pt x="10173" y="6541"/>
                    <a:pt x="10282" y="5406"/>
                    <a:pt x="10519" y="4281"/>
                  </a:cubicBezTo>
                  <a:cubicBezTo>
                    <a:pt x="6725" y="3817"/>
                    <a:pt x="3048" y="2314"/>
                    <a:pt x="0" y="0"/>
                  </a:cubicBezTo>
                  <a:cubicBezTo>
                    <a:pt x="291" y="1178"/>
                    <a:pt x="389" y="2422"/>
                    <a:pt x="421" y="3644"/>
                  </a:cubicBezTo>
                  <a:cubicBezTo>
                    <a:pt x="465" y="5687"/>
                    <a:pt x="335" y="7763"/>
                    <a:pt x="670" y="9774"/>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7" name="Google Shape;1277;p34"/>
            <p:cNvSpPr/>
            <p:nvPr/>
          </p:nvSpPr>
          <p:spPr>
            <a:xfrm>
              <a:off x="2371457" y="352177"/>
              <a:ext cx="29347" cy="1281740"/>
            </a:xfrm>
            <a:custGeom>
              <a:rect b="b" l="l" r="r" t="t"/>
              <a:pathLst>
                <a:path extrusionOk="0" h="132651" w="3038">
                  <a:moveTo>
                    <a:pt x="1514" y="0"/>
                  </a:moveTo>
                  <a:cubicBezTo>
                    <a:pt x="670" y="0"/>
                    <a:pt x="0" y="205"/>
                    <a:pt x="0" y="465"/>
                  </a:cubicBezTo>
                  <a:lnTo>
                    <a:pt x="0" y="132068"/>
                  </a:lnTo>
                  <a:cubicBezTo>
                    <a:pt x="876" y="132316"/>
                    <a:pt x="1904" y="132522"/>
                    <a:pt x="3039" y="132652"/>
                  </a:cubicBezTo>
                  <a:lnTo>
                    <a:pt x="3039" y="465"/>
                  </a:lnTo>
                  <a:cubicBezTo>
                    <a:pt x="3039" y="205"/>
                    <a:pt x="2358" y="0"/>
                    <a:pt x="1525"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8" name="Google Shape;1278;p34"/>
            <p:cNvSpPr/>
            <p:nvPr/>
          </p:nvSpPr>
          <p:spPr>
            <a:xfrm>
              <a:off x="2371457" y="352177"/>
              <a:ext cx="29347" cy="1281740"/>
            </a:xfrm>
            <a:custGeom>
              <a:rect b="b" l="l" r="r" t="t"/>
              <a:pathLst>
                <a:path extrusionOk="0" h="132651" w="3038">
                  <a:moveTo>
                    <a:pt x="1514" y="0"/>
                  </a:moveTo>
                  <a:cubicBezTo>
                    <a:pt x="670" y="0"/>
                    <a:pt x="0" y="205"/>
                    <a:pt x="0" y="465"/>
                  </a:cubicBezTo>
                  <a:lnTo>
                    <a:pt x="0" y="132068"/>
                  </a:lnTo>
                  <a:cubicBezTo>
                    <a:pt x="876" y="132316"/>
                    <a:pt x="1904" y="132522"/>
                    <a:pt x="3039" y="132652"/>
                  </a:cubicBezTo>
                  <a:lnTo>
                    <a:pt x="3039" y="465"/>
                  </a:lnTo>
                  <a:cubicBezTo>
                    <a:pt x="3039" y="205"/>
                    <a:pt x="2358" y="0"/>
                    <a:pt x="1525" y="0"/>
                  </a:cubicBezTo>
                  <a:close/>
                </a:path>
              </a:pathLst>
            </a:custGeom>
            <a:solidFill>
              <a:srgbClr val="BF2543">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1279" name="Google Shape;1279;p34" title="Screenshot 2025-11-25 at 8.49.06 PM.png"/>
          <p:cNvPicPr preferRelativeResize="0"/>
          <p:nvPr/>
        </p:nvPicPr>
        <p:blipFill>
          <a:blip r:embed="rId3">
            <a:alphaModFix/>
          </a:blip>
          <a:stretch>
            <a:fillRect/>
          </a:stretch>
        </p:blipFill>
        <p:spPr>
          <a:xfrm>
            <a:off x="810101" y="1102558"/>
            <a:ext cx="3108775" cy="3337774"/>
          </a:xfrm>
          <a:prstGeom prst="rect">
            <a:avLst/>
          </a:prstGeom>
          <a:noFill/>
          <a:ln>
            <a:noFill/>
          </a:ln>
        </p:spPr>
      </p:pic>
      <p:sp>
        <p:nvSpPr>
          <p:cNvPr id="1280" name="Google Shape;1280;p34"/>
          <p:cNvSpPr txBox="1"/>
          <p:nvPr/>
        </p:nvSpPr>
        <p:spPr>
          <a:xfrm>
            <a:off x="4366250" y="1236925"/>
            <a:ext cx="34941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Open Sans"/>
                <a:ea typeface="Open Sans"/>
                <a:cs typeface="Open Sans"/>
                <a:sym typeface="Open Sans"/>
              </a:rPr>
              <a:t>SG model correctly ranked top players </a:t>
            </a:r>
            <a:endParaRPr sz="1200">
              <a:latin typeface="Open Sans"/>
              <a:ea typeface="Open Sans"/>
              <a:cs typeface="Open Sans"/>
              <a:sym typeface="Open Sans"/>
            </a:endParaRPr>
          </a:p>
          <a:p>
            <a:pPr indent="-304800" lvl="0" marL="457200" rtl="0" algn="l">
              <a:spcBef>
                <a:spcPts val="0"/>
              </a:spcBef>
              <a:spcAft>
                <a:spcPts val="0"/>
              </a:spcAft>
              <a:buSzPts val="1200"/>
              <a:buFont typeface="Open Sans"/>
              <a:buChar char="●"/>
            </a:pPr>
            <a:r>
              <a:rPr lang="en" sz="1200">
                <a:latin typeface="Open Sans"/>
                <a:ea typeface="Open Sans"/>
                <a:cs typeface="Open Sans"/>
                <a:sym typeface="Open Sans"/>
              </a:rPr>
              <a:t>Scheffler #1, McIlroy in the top 3, Henley in the top 5</a:t>
            </a:r>
            <a:endParaRPr sz="1200">
              <a:latin typeface="Open Sans"/>
              <a:ea typeface="Open Sans"/>
              <a:cs typeface="Open Sans"/>
              <a:sym typeface="Open Sans"/>
            </a:endParaRPr>
          </a:p>
          <a:p>
            <a:pPr indent="-304800" lvl="0" marL="457200" rtl="0" algn="l">
              <a:spcBef>
                <a:spcPts val="0"/>
              </a:spcBef>
              <a:spcAft>
                <a:spcPts val="0"/>
              </a:spcAft>
              <a:buSzPts val="1200"/>
              <a:buFont typeface="Open Sans"/>
              <a:buChar char="●"/>
            </a:pPr>
            <a:r>
              <a:rPr lang="en" sz="1200">
                <a:latin typeface="Open Sans"/>
                <a:ea typeface="Open Sans"/>
                <a:cs typeface="Open Sans"/>
                <a:sym typeface="Open Sans"/>
              </a:rPr>
              <a:t>Most top 10 players were placed close to their true ranks</a:t>
            </a:r>
            <a:endParaRPr sz="1200">
              <a:latin typeface="Open Sans"/>
              <a:ea typeface="Open Sans"/>
              <a:cs typeface="Open Sans"/>
              <a:sym typeface="Open Sans"/>
            </a:endParaRPr>
          </a:p>
          <a:p>
            <a:pPr indent="0" lvl="0" marL="0" rtl="0" algn="l">
              <a:spcBef>
                <a:spcPts val="0"/>
              </a:spcBef>
              <a:spcAft>
                <a:spcPts val="0"/>
              </a:spcAft>
              <a:buNone/>
            </a:pPr>
            <a:r>
              <a:t/>
            </a:r>
            <a:endParaRPr sz="1200">
              <a:latin typeface="Open Sans"/>
              <a:ea typeface="Open Sans"/>
              <a:cs typeface="Open Sans"/>
              <a:sym typeface="Open Sans"/>
            </a:endParaRPr>
          </a:p>
          <a:p>
            <a:pPr indent="0" lvl="0" marL="0" rtl="0" algn="l">
              <a:spcBef>
                <a:spcPts val="0"/>
              </a:spcBef>
              <a:spcAft>
                <a:spcPts val="0"/>
              </a:spcAft>
              <a:buNone/>
            </a:pPr>
            <a:r>
              <a:rPr lang="en" sz="1200">
                <a:latin typeface="Open Sans"/>
                <a:ea typeface="Open Sans"/>
                <a:cs typeface="Open Sans"/>
                <a:sym typeface="Open Sans"/>
              </a:rPr>
              <a:t>Misses (Harry Hall, Spieth) likely due to limited events and inconsistent season results.</a:t>
            </a:r>
            <a:endParaRPr sz="1200">
              <a:latin typeface="Open Sans"/>
              <a:ea typeface="Open Sans"/>
              <a:cs typeface="Open Sans"/>
              <a:sym typeface="Open Sans"/>
            </a:endParaRPr>
          </a:p>
          <a:p>
            <a:pPr indent="0" lvl="0" marL="0" rtl="0" algn="l">
              <a:spcBef>
                <a:spcPts val="0"/>
              </a:spcBef>
              <a:spcAft>
                <a:spcPts val="0"/>
              </a:spcAft>
              <a:buNone/>
            </a:pPr>
            <a:r>
              <a:t/>
            </a:r>
            <a:endParaRPr sz="1200">
              <a:latin typeface="Open Sans"/>
              <a:ea typeface="Open Sans"/>
              <a:cs typeface="Open Sans"/>
              <a:sym typeface="Open Sans"/>
            </a:endParaRPr>
          </a:p>
          <a:p>
            <a:pPr indent="0" lvl="0" marL="0" rtl="0" algn="l">
              <a:spcBef>
                <a:spcPts val="0"/>
              </a:spcBef>
              <a:spcAft>
                <a:spcPts val="0"/>
              </a:spcAft>
              <a:buNone/>
            </a:pPr>
            <a:r>
              <a:rPr b="1" lang="en" sz="1200">
                <a:latin typeface="Open Sans"/>
                <a:ea typeface="Open Sans"/>
                <a:cs typeface="Open Sans"/>
                <a:sym typeface="Open Sans"/>
              </a:rPr>
              <a:t>Overall, SG predictive rankings align much more closely with actual 2025 standings.</a:t>
            </a:r>
            <a:endParaRPr b="1" sz="1200">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Interpretation</a:t>
            </a:r>
            <a:endParaRPr/>
          </a:p>
        </p:txBody>
      </p:sp>
      <p:grpSp>
        <p:nvGrpSpPr>
          <p:cNvPr id="1286" name="Google Shape;1286;p35"/>
          <p:cNvGrpSpPr/>
          <p:nvPr/>
        </p:nvGrpSpPr>
        <p:grpSpPr>
          <a:xfrm>
            <a:off x="7084734" y="3930322"/>
            <a:ext cx="2058714" cy="678320"/>
            <a:chOff x="7084734" y="3930322"/>
            <a:chExt cx="2058714" cy="678320"/>
          </a:xfrm>
        </p:grpSpPr>
        <p:sp>
          <p:nvSpPr>
            <p:cNvPr id="1287" name="Google Shape;1287;p35"/>
            <p:cNvSpPr/>
            <p:nvPr/>
          </p:nvSpPr>
          <p:spPr>
            <a:xfrm>
              <a:off x="8145620" y="3930322"/>
              <a:ext cx="997812" cy="678320"/>
            </a:xfrm>
            <a:custGeom>
              <a:rect b="b" l="l" r="r" t="t"/>
              <a:pathLst>
                <a:path extrusionOk="0" h="185841" w="226518">
                  <a:moveTo>
                    <a:pt x="194332" y="1391"/>
                  </a:moveTo>
                  <a:cubicBezTo>
                    <a:pt x="175984" y="5326"/>
                    <a:pt x="158987" y="20452"/>
                    <a:pt x="158219" y="39200"/>
                  </a:cubicBezTo>
                  <a:cubicBezTo>
                    <a:pt x="154435" y="32637"/>
                    <a:pt x="146024" y="29156"/>
                    <a:pt x="138704" y="31113"/>
                  </a:cubicBezTo>
                  <a:cubicBezTo>
                    <a:pt x="131395" y="33080"/>
                    <a:pt x="125860" y="40314"/>
                    <a:pt x="125870" y="47882"/>
                  </a:cubicBezTo>
                  <a:cubicBezTo>
                    <a:pt x="119156" y="35200"/>
                    <a:pt x="102798" y="29102"/>
                    <a:pt x="88958" y="32864"/>
                  </a:cubicBezTo>
                  <a:cubicBezTo>
                    <a:pt x="75119" y="36637"/>
                    <a:pt x="64469" y="49114"/>
                    <a:pt x="61345" y="63116"/>
                  </a:cubicBezTo>
                  <a:cubicBezTo>
                    <a:pt x="58220" y="77117"/>
                    <a:pt x="62091" y="92178"/>
                    <a:pt x="70222" y="104007"/>
                  </a:cubicBezTo>
                  <a:cubicBezTo>
                    <a:pt x="61712" y="101055"/>
                    <a:pt x="51625" y="109780"/>
                    <a:pt x="53312" y="118624"/>
                  </a:cubicBezTo>
                  <a:cubicBezTo>
                    <a:pt x="37180" y="119251"/>
                    <a:pt x="21481" y="127328"/>
                    <a:pt x="11589" y="140086"/>
                  </a:cubicBezTo>
                  <a:cubicBezTo>
                    <a:pt x="1695" y="152855"/>
                    <a:pt x="-2208" y="170067"/>
                    <a:pt x="1220" y="185842"/>
                  </a:cubicBezTo>
                  <a:cubicBezTo>
                    <a:pt x="72730" y="158498"/>
                    <a:pt x="150003" y="148530"/>
                    <a:pt x="226518" y="151914"/>
                  </a:cubicBezTo>
                  <a:lnTo>
                    <a:pt x="226518" y="2212"/>
                  </a:lnTo>
                  <a:cubicBezTo>
                    <a:pt x="215847" y="-166"/>
                    <a:pt x="204959" y="-901"/>
                    <a:pt x="194321" y="1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88" name="Google Shape;1288;p35"/>
            <p:cNvGrpSpPr/>
            <p:nvPr/>
          </p:nvGrpSpPr>
          <p:grpSpPr>
            <a:xfrm>
              <a:off x="7084734" y="4426965"/>
              <a:ext cx="2058714" cy="179549"/>
              <a:chOff x="7814590" y="4271587"/>
              <a:chExt cx="1326491" cy="334731"/>
            </a:xfrm>
          </p:grpSpPr>
          <p:sp>
            <p:nvSpPr>
              <p:cNvPr id="1289" name="Google Shape;1289;p35"/>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0" name="Google Shape;1290;p35"/>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1" name="Google Shape;1291;p35"/>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292" name="Google Shape;1292;p35"/>
          <p:cNvGrpSpPr/>
          <p:nvPr/>
        </p:nvGrpSpPr>
        <p:grpSpPr>
          <a:xfrm>
            <a:off x="-373" y="3930322"/>
            <a:ext cx="2058714" cy="678320"/>
            <a:chOff x="-373" y="3930322"/>
            <a:chExt cx="2058714" cy="678320"/>
          </a:xfrm>
        </p:grpSpPr>
        <p:sp>
          <p:nvSpPr>
            <p:cNvPr id="1293" name="Google Shape;1293;p35"/>
            <p:cNvSpPr/>
            <p:nvPr/>
          </p:nvSpPr>
          <p:spPr>
            <a:xfrm flipH="1">
              <a:off x="180" y="3930322"/>
              <a:ext cx="997812" cy="678320"/>
            </a:xfrm>
            <a:custGeom>
              <a:rect b="b" l="l" r="r" t="t"/>
              <a:pathLst>
                <a:path extrusionOk="0" h="185841" w="226518">
                  <a:moveTo>
                    <a:pt x="194332" y="1391"/>
                  </a:moveTo>
                  <a:cubicBezTo>
                    <a:pt x="175984" y="5326"/>
                    <a:pt x="158987" y="20452"/>
                    <a:pt x="158219" y="39200"/>
                  </a:cubicBezTo>
                  <a:cubicBezTo>
                    <a:pt x="154435" y="32637"/>
                    <a:pt x="146024" y="29156"/>
                    <a:pt x="138704" y="31113"/>
                  </a:cubicBezTo>
                  <a:cubicBezTo>
                    <a:pt x="131395" y="33080"/>
                    <a:pt x="125860" y="40314"/>
                    <a:pt x="125870" y="47882"/>
                  </a:cubicBezTo>
                  <a:cubicBezTo>
                    <a:pt x="119156" y="35200"/>
                    <a:pt x="102798" y="29102"/>
                    <a:pt x="88958" y="32864"/>
                  </a:cubicBezTo>
                  <a:cubicBezTo>
                    <a:pt x="75119" y="36637"/>
                    <a:pt x="64469" y="49114"/>
                    <a:pt x="61345" y="63116"/>
                  </a:cubicBezTo>
                  <a:cubicBezTo>
                    <a:pt x="58220" y="77117"/>
                    <a:pt x="62091" y="92178"/>
                    <a:pt x="70222" y="104007"/>
                  </a:cubicBezTo>
                  <a:cubicBezTo>
                    <a:pt x="61712" y="101055"/>
                    <a:pt x="51625" y="109780"/>
                    <a:pt x="53312" y="118624"/>
                  </a:cubicBezTo>
                  <a:cubicBezTo>
                    <a:pt x="37180" y="119251"/>
                    <a:pt x="21481" y="127328"/>
                    <a:pt x="11589" y="140086"/>
                  </a:cubicBezTo>
                  <a:cubicBezTo>
                    <a:pt x="1695" y="152855"/>
                    <a:pt x="-2208" y="170067"/>
                    <a:pt x="1220" y="185842"/>
                  </a:cubicBezTo>
                  <a:cubicBezTo>
                    <a:pt x="72730" y="158498"/>
                    <a:pt x="150003" y="148530"/>
                    <a:pt x="226518" y="151914"/>
                  </a:cubicBezTo>
                  <a:lnTo>
                    <a:pt x="226518" y="2212"/>
                  </a:lnTo>
                  <a:cubicBezTo>
                    <a:pt x="215847" y="-166"/>
                    <a:pt x="204959" y="-901"/>
                    <a:pt x="194321" y="1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94" name="Google Shape;1294;p35"/>
            <p:cNvGrpSpPr/>
            <p:nvPr/>
          </p:nvGrpSpPr>
          <p:grpSpPr>
            <a:xfrm flipH="1">
              <a:off x="-373" y="4426965"/>
              <a:ext cx="2058714" cy="179549"/>
              <a:chOff x="7814590" y="4271587"/>
              <a:chExt cx="1326491" cy="334731"/>
            </a:xfrm>
          </p:grpSpPr>
          <p:sp>
            <p:nvSpPr>
              <p:cNvPr id="1295" name="Google Shape;1295;p35"/>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6" name="Google Shape;1296;p35"/>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7" name="Google Shape;1297;p35"/>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298" name="Google Shape;1298;p35"/>
          <p:cNvGrpSpPr/>
          <p:nvPr/>
        </p:nvGrpSpPr>
        <p:grpSpPr>
          <a:xfrm>
            <a:off x="5869413" y="4123864"/>
            <a:ext cx="668444" cy="1019932"/>
            <a:chOff x="1298027" y="4087007"/>
            <a:chExt cx="283780" cy="433000"/>
          </a:xfrm>
        </p:grpSpPr>
        <p:sp>
          <p:nvSpPr>
            <p:cNvPr id="1299" name="Google Shape;1299;p35"/>
            <p:cNvSpPr/>
            <p:nvPr/>
          </p:nvSpPr>
          <p:spPr>
            <a:xfrm>
              <a:off x="1382917" y="4365467"/>
              <a:ext cx="113905" cy="29476"/>
            </a:xfrm>
            <a:custGeom>
              <a:rect b="b" l="l" r="r" t="t"/>
              <a:pathLst>
                <a:path extrusionOk="0" h="20942" w="80927">
                  <a:moveTo>
                    <a:pt x="80927" y="20942"/>
                  </a:moveTo>
                  <a:lnTo>
                    <a:pt x="0" y="20942"/>
                  </a:lnTo>
                  <a:lnTo>
                    <a:pt x="6195" y="5579"/>
                  </a:lnTo>
                  <a:cubicBezTo>
                    <a:pt x="7558" y="2205"/>
                    <a:pt x="10823" y="0"/>
                    <a:pt x="14456" y="0"/>
                  </a:cubicBezTo>
                  <a:lnTo>
                    <a:pt x="66472" y="0"/>
                  </a:lnTo>
                  <a:cubicBezTo>
                    <a:pt x="70105" y="0"/>
                    <a:pt x="73370" y="2205"/>
                    <a:pt x="74732" y="5579"/>
                  </a:cubicBezTo>
                  <a:lnTo>
                    <a:pt x="80927" y="20942"/>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0" name="Google Shape;1300;p35"/>
            <p:cNvSpPr/>
            <p:nvPr/>
          </p:nvSpPr>
          <p:spPr>
            <a:xfrm>
              <a:off x="1382903" y="4394924"/>
              <a:ext cx="113934" cy="81354"/>
            </a:xfrm>
            <a:custGeom>
              <a:rect b="b" l="l" r="r" t="t"/>
              <a:pathLst>
                <a:path extrusionOk="0" h="57800" w="80948">
                  <a:moveTo>
                    <a:pt x="40469" y="0"/>
                  </a:moveTo>
                  <a:lnTo>
                    <a:pt x="0" y="0"/>
                  </a:lnTo>
                  <a:lnTo>
                    <a:pt x="4736" y="4001"/>
                  </a:lnTo>
                  <a:cubicBezTo>
                    <a:pt x="19840" y="16770"/>
                    <a:pt x="28565" y="35561"/>
                    <a:pt x="28565" y="55346"/>
                  </a:cubicBezTo>
                  <a:lnTo>
                    <a:pt x="28565" y="57800"/>
                  </a:lnTo>
                  <a:lnTo>
                    <a:pt x="52384" y="57800"/>
                  </a:lnTo>
                  <a:lnTo>
                    <a:pt x="52384" y="55346"/>
                  </a:lnTo>
                  <a:cubicBezTo>
                    <a:pt x="52384" y="35561"/>
                    <a:pt x="61098" y="16780"/>
                    <a:pt x="76213" y="4001"/>
                  </a:cubicBezTo>
                  <a:lnTo>
                    <a:pt x="80949" y="0"/>
                  </a:lnTo>
                  <a:lnTo>
                    <a:pt x="40480" y="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1" name="Google Shape;1301;p35"/>
            <p:cNvSpPr/>
            <p:nvPr/>
          </p:nvSpPr>
          <p:spPr>
            <a:xfrm>
              <a:off x="1382917" y="4365467"/>
              <a:ext cx="113905" cy="29476"/>
            </a:xfrm>
            <a:custGeom>
              <a:rect b="b" l="l" r="r" t="t"/>
              <a:pathLst>
                <a:path extrusionOk="0" h="20942" w="80927">
                  <a:moveTo>
                    <a:pt x="80927" y="20942"/>
                  </a:moveTo>
                  <a:lnTo>
                    <a:pt x="0" y="20942"/>
                  </a:lnTo>
                  <a:lnTo>
                    <a:pt x="6195" y="5579"/>
                  </a:lnTo>
                  <a:cubicBezTo>
                    <a:pt x="7558" y="2205"/>
                    <a:pt x="10823" y="0"/>
                    <a:pt x="14456" y="0"/>
                  </a:cubicBezTo>
                  <a:lnTo>
                    <a:pt x="66472" y="0"/>
                  </a:lnTo>
                  <a:cubicBezTo>
                    <a:pt x="70105" y="0"/>
                    <a:pt x="73370" y="2205"/>
                    <a:pt x="74732" y="5579"/>
                  </a:cubicBezTo>
                  <a:lnTo>
                    <a:pt x="80927" y="20942"/>
                  </a:lnTo>
                  <a:close/>
                </a:path>
              </a:pathLst>
            </a:custGeom>
            <a:solidFill>
              <a:srgbClr val="BF2543">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2" name="Google Shape;1302;p35"/>
            <p:cNvSpPr/>
            <p:nvPr/>
          </p:nvSpPr>
          <p:spPr>
            <a:xfrm>
              <a:off x="1382903" y="4394924"/>
              <a:ext cx="113934" cy="81354"/>
            </a:xfrm>
            <a:custGeom>
              <a:rect b="b" l="l" r="r" t="t"/>
              <a:pathLst>
                <a:path extrusionOk="0" h="57800" w="80948">
                  <a:moveTo>
                    <a:pt x="40469" y="0"/>
                  </a:moveTo>
                  <a:lnTo>
                    <a:pt x="0" y="0"/>
                  </a:lnTo>
                  <a:lnTo>
                    <a:pt x="4736" y="4001"/>
                  </a:lnTo>
                  <a:cubicBezTo>
                    <a:pt x="19840" y="16770"/>
                    <a:pt x="28565" y="35561"/>
                    <a:pt x="28565" y="55346"/>
                  </a:cubicBezTo>
                  <a:lnTo>
                    <a:pt x="28565" y="57800"/>
                  </a:lnTo>
                  <a:lnTo>
                    <a:pt x="52384" y="57800"/>
                  </a:lnTo>
                  <a:lnTo>
                    <a:pt x="52384" y="55346"/>
                  </a:lnTo>
                  <a:cubicBezTo>
                    <a:pt x="52384" y="35561"/>
                    <a:pt x="61098" y="16780"/>
                    <a:pt x="76213" y="4001"/>
                  </a:cubicBezTo>
                  <a:lnTo>
                    <a:pt x="80949" y="0"/>
                  </a:lnTo>
                  <a:lnTo>
                    <a:pt x="40480" y="0"/>
                  </a:lnTo>
                  <a:close/>
                </a:path>
              </a:pathLst>
            </a:custGeom>
            <a:solidFill>
              <a:srgbClr val="BF2543">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3" name="Google Shape;1303;p35"/>
            <p:cNvSpPr/>
            <p:nvPr/>
          </p:nvSpPr>
          <p:spPr>
            <a:xfrm>
              <a:off x="1445422" y="4394924"/>
              <a:ext cx="51360" cy="81369"/>
            </a:xfrm>
            <a:custGeom>
              <a:rect b="b" l="l" r="r" t="t"/>
              <a:pathLst>
                <a:path extrusionOk="0" h="57811" w="36490">
                  <a:moveTo>
                    <a:pt x="23862" y="0"/>
                  </a:moveTo>
                  <a:lnTo>
                    <a:pt x="23840" y="22"/>
                  </a:lnTo>
                  <a:lnTo>
                    <a:pt x="20197" y="3157"/>
                  </a:lnTo>
                  <a:lnTo>
                    <a:pt x="19570" y="3698"/>
                  </a:lnTo>
                  <a:cubicBezTo>
                    <a:pt x="5514" y="15775"/>
                    <a:pt x="0" y="39831"/>
                    <a:pt x="0" y="57812"/>
                  </a:cubicBezTo>
                  <a:lnTo>
                    <a:pt x="7925" y="57812"/>
                  </a:lnTo>
                  <a:lnTo>
                    <a:pt x="7925" y="55357"/>
                  </a:lnTo>
                  <a:cubicBezTo>
                    <a:pt x="7925" y="35571"/>
                    <a:pt x="16639" y="16791"/>
                    <a:pt x="31755" y="4011"/>
                  </a:cubicBezTo>
                  <a:lnTo>
                    <a:pt x="36490" y="11"/>
                  </a:lnTo>
                  <a:lnTo>
                    <a:pt x="23873" y="11"/>
                  </a:ln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4" name="Google Shape;1304;p35"/>
            <p:cNvSpPr/>
            <p:nvPr/>
          </p:nvSpPr>
          <p:spPr>
            <a:xfrm>
              <a:off x="1426914" y="4476227"/>
              <a:ext cx="25839" cy="43780"/>
            </a:xfrm>
            <a:custGeom>
              <a:rect b="b" l="l" r="r" t="t"/>
              <a:pathLst>
                <a:path extrusionOk="0" h="31105" w="18358">
                  <a:moveTo>
                    <a:pt x="0" y="0"/>
                  </a:moveTo>
                  <a:lnTo>
                    <a:pt x="18359" y="0"/>
                  </a:lnTo>
                  <a:lnTo>
                    <a:pt x="18359" y="31106"/>
                  </a:lnTo>
                  <a:lnTo>
                    <a:pt x="0" y="31106"/>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5" name="Google Shape;1305;p35"/>
            <p:cNvSpPr/>
            <p:nvPr/>
          </p:nvSpPr>
          <p:spPr>
            <a:xfrm>
              <a:off x="1445422" y="4476227"/>
              <a:ext cx="7319" cy="43780"/>
            </a:xfrm>
            <a:custGeom>
              <a:rect b="b" l="l" r="r" t="t"/>
              <a:pathLst>
                <a:path extrusionOk="0" h="31105" w="5200">
                  <a:moveTo>
                    <a:pt x="0" y="0"/>
                  </a:moveTo>
                  <a:lnTo>
                    <a:pt x="5201" y="0"/>
                  </a:lnTo>
                  <a:lnTo>
                    <a:pt x="5201" y="31106"/>
                  </a:lnTo>
                  <a:lnTo>
                    <a:pt x="0" y="3110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6" name="Google Shape;1306;p35"/>
            <p:cNvSpPr/>
            <p:nvPr/>
          </p:nvSpPr>
          <p:spPr>
            <a:xfrm>
              <a:off x="1382917" y="4365467"/>
              <a:ext cx="113905" cy="29476"/>
            </a:xfrm>
            <a:custGeom>
              <a:rect b="b" l="l" r="r" t="t"/>
              <a:pathLst>
                <a:path extrusionOk="0" h="20942" w="80927">
                  <a:moveTo>
                    <a:pt x="80927" y="20942"/>
                  </a:moveTo>
                  <a:lnTo>
                    <a:pt x="0" y="20942"/>
                  </a:lnTo>
                  <a:lnTo>
                    <a:pt x="6195" y="5579"/>
                  </a:lnTo>
                  <a:cubicBezTo>
                    <a:pt x="7558" y="2205"/>
                    <a:pt x="10823" y="0"/>
                    <a:pt x="14456" y="0"/>
                  </a:cubicBezTo>
                  <a:lnTo>
                    <a:pt x="66472" y="0"/>
                  </a:lnTo>
                  <a:cubicBezTo>
                    <a:pt x="70105" y="0"/>
                    <a:pt x="73370" y="2205"/>
                    <a:pt x="74732" y="5579"/>
                  </a:cubicBezTo>
                  <a:lnTo>
                    <a:pt x="80927" y="20942"/>
                  </a:lnTo>
                  <a:close/>
                </a:path>
              </a:pathLst>
            </a:custGeom>
            <a:solidFill>
              <a:srgbClr val="FFFFFF">
                <a:alpha val="4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7" name="Google Shape;1307;p35"/>
            <p:cNvSpPr/>
            <p:nvPr/>
          </p:nvSpPr>
          <p:spPr>
            <a:xfrm>
              <a:off x="1393685" y="4365481"/>
              <a:ext cx="103115" cy="29476"/>
            </a:xfrm>
            <a:custGeom>
              <a:rect b="b" l="l" r="r" t="t"/>
              <a:pathLst>
                <a:path extrusionOk="0" h="20942" w="73261">
                  <a:moveTo>
                    <a:pt x="55692" y="8736"/>
                  </a:moveTo>
                  <a:lnTo>
                    <a:pt x="60612" y="20943"/>
                  </a:lnTo>
                  <a:lnTo>
                    <a:pt x="73262" y="20943"/>
                  </a:lnTo>
                  <a:lnTo>
                    <a:pt x="67066" y="5579"/>
                  </a:lnTo>
                  <a:cubicBezTo>
                    <a:pt x="65704" y="2206"/>
                    <a:pt x="62439" y="0"/>
                    <a:pt x="58806" y="0"/>
                  </a:cubicBezTo>
                  <a:lnTo>
                    <a:pt x="6790" y="0"/>
                  </a:lnTo>
                  <a:cubicBezTo>
                    <a:pt x="4130" y="0"/>
                    <a:pt x="1665" y="1189"/>
                    <a:pt x="0" y="3157"/>
                  </a:cubicBezTo>
                  <a:lnTo>
                    <a:pt x="47421" y="3157"/>
                  </a:lnTo>
                  <a:cubicBezTo>
                    <a:pt x="51054" y="3157"/>
                    <a:pt x="54319" y="5363"/>
                    <a:pt x="55681" y="8736"/>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8" name="Google Shape;1308;p35"/>
            <p:cNvSpPr/>
            <p:nvPr/>
          </p:nvSpPr>
          <p:spPr>
            <a:xfrm>
              <a:off x="1298027" y="4087007"/>
              <a:ext cx="283780" cy="283780"/>
            </a:xfrm>
            <a:custGeom>
              <a:rect b="b" l="l" r="r" t="t"/>
              <a:pathLst>
                <a:path extrusionOk="0" h="201620" w="201620">
                  <a:moveTo>
                    <a:pt x="201621" y="100810"/>
                  </a:moveTo>
                  <a:cubicBezTo>
                    <a:pt x="201621" y="156486"/>
                    <a:pt x="156486" y="201621"/>
                    <a:pt x="100810" y="201621"/>
                  </a:cubicBezTo>
                  <a:cubicBezTo>
                    <a:pt x="45134" y="201621"/>
                    <a:pt x="0" y="156486"/>
                    <a:pt x="0" y="100810"/>
                  </a:cubicBezTo>
                  <a:cubicBezTo>
                    <a:pt x="0" y="45134"/>
                    <a:pt x="45134" y="0"/>
                    <a:pt x="100810" y="0"/>
                  </a:cubicBezTo>
                  <a:cubicBezTo>
                    <a:pt x="156486" y="0"/>
                    <a:pt x="201621" y="45134"/>
                    <a:pt x="201621" y="1008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9" name="Google Shape;1309;p35"/>
            <p:cNvSpPr/>
            <p:nvPr/>
          </p:nvSpPr>
          <p:spPr>
            <a:xfrm>
              <a:off x="1298027" y="4120677"/>
              <a:ext cx="277708" cy="250089"/>
            </a:xfrm>
            <a:custGeom>
              <a:rect b="b" l="l" r="r" t="t"/>
              <a:pathLst>
                <a:path extrusionOk="0" h="177683" w="197306">
                  <a:moveTo>
                    <a:pt x="31311" y="29192"/>
                  </a:moveTo>
                  <a:cubicBezTo>
                    <a:pt x="31311" y="19040"/>
                    <a:pt x="32825" y="9245"/>
                    <a:pt x="35625" y="0"/>
                  </a:cubicBezTo>
                  <a:cubicBezTo>
                    <a:pt x="13839" y="18488"/>
                    <a:pt x="0" y="46059"/>
                    <a:pt x="0" y="76873"/>
                  </a:cubicBezTo>
                  <a:cubicBezTo>
                    <a:pt x="0" y="132544"/>
                    <a:pt x="45129" y="177683"/>
                    <a:pt x="100810" y="177683"/>
                  </a:cubicBezTo>
                  <a:cubicBezTo>
                    <a:pt x="146328" y="177683"/>
                    <a:pt x="184787" y="147507"/>
                    <a:pt x="197307" y="106065"/>
                  </a:cubicBezTo>
                  <a:cubicBezTo>
                    <a:pt x="179727" y="120986"/>
                    <a:pt x="156989" y="130003"/>
                    <a:pt x="132122" y="130003"/>
                  </a:cubicBezTo>
                  <a:cubicBezTo>
                    <a:pt x="76451" y="130003"/>
                    <a:pt x="31311" y="84874"/>
                    <a:pt x="31311" y="29192"/>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0" name="Google Shape;1310;p35"/>
            <p:cNvSpPr/>
            <p:nvPr/>
          </p:nvSpPr>
          <p:spPr>
            <a:xfrm rot="-2574653">
              <a:off x="1524568" y="4131532"/>
              <a:ext cx="21438" cy="44549"/>
            </a:xfrm>
            <a:custGeom>
              <a:rect b="b" l="l" r="r" t="t"/>
              <a:pathLst>
                <a:path extrusionOk="0" h="31678" w="15244">
                  <a:moveTo>
                    <a:pt x="15245" y="15839"/>
                  </a:moveTo>
                  <a:cubicBezTo>
                    <a:pt x="15245" y="24587"/>
                    <a:pt x="11832" y="31679"/>
                    <a:pt x="7622" y="31679"/>
                  </a:cubicBezTo>
                  <a:cubicBezTo>
                    <a:pt x="3413" y="31679"/>
                    <a:pt x="0" y="24587"/>
                    <a:pt x="0" y="15839"/>
                  </a:cubicBezTo>
                  <a:cubicBezTo>
                    <a:pt x="0" y="7092"/>
                    <a:pt x="3413" y="0"/>
                    <a:pt x="7622" y="0"/>
                  </a:cubicBezTo>
                  <a:cubicBezTo>
                    <a:pt x="11832" y="0"/>
                    <a:pt x="15245" y="7092"/>
                    <a:pt x="15245" y="1583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1" name="Google Shape;1311;p35"/>
            <p:cNvSpPr/>
            <p:nvPr/>
          </p:nvSpPr>
          <p:spPr>
            <a:xfrm>
              <a:off x="1473638" y="4139074"/>
              <a:ext cx="39205" cy="33324"/>
            </a:xfrm>
            <a:custGeom>
              <a:rect b="b" l="l" r="r" t="t"/>
              <a:pathLst>
                <a:path extrusionOk="0" h="23676" w="27854">
                  <a:moveTo>
                    <a:pt x="26799" y="21077"/>
                  </a:moveTo>
                  <a:cubicBezTo>
                    <a:pt x="23869" y="25164"/>
                    <a:pt x="15728" y="24342"/>
                    <a:pt x="8614" y="19239"/>
                  </a:cubicBezTo>
                  <a:cubicBezTo>
                    <a:pt x="1499" y="14136"/>
                    <a:pt x="-1874" y="6686"/>
                    <a:pt x="1056" y="2599"/>
                  </a:cubicBezTo>
                  <a:cubicBezTo>
                    <a:pt x="3986" y="-1488"/>
                    <a:pt x="12128" y="-666"/>
                    <a:pt x="19242" y="4437"/>
                  </a:cubicBezTo>
                  <a:cubicBezTo>
                    <a:pt x="26345" y="9541"/>
                    <a:pt x="29729" y="16990"/>
                    <a:pt x="26799" y="2107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2" name="Google Shape;1312;p35"/>
            <p:cNvSpPr/>
            <p:nvPr/>
          </p:nvSpPr>
          <p:spPr>
            <a:xfrm>
              <a:off x="1470399" y="4103771"/>
              <a:ext cx="41124" cy="27549"/>
            </a:xfrm>
            <a:custGeom>
              <a:rect b="b" l="l" r="r" t="t"/>
              <a:pathLst>
                <a:path extrusionOk="0" h="19573" w="29218">
                  <a:moveTo>
                    <a:pt x="28821" y="16787"/>
                  </a:moveTo>
                  <a:cubicBezTo>
                    <a:pt x="26962" y="20561"/>
                    <a:pt x="19091" y="20496"/>
                    <a:pt x="11241" y="16625"/>
                  </a:cubicBezTo>
                  <a:cubicBezTo>
                    <a:pt x="3392" y="12755"/>
                    <a:pt x="-1463" y="6559"/>
                    <a:pt x="397" y="2786"/>
                  </a:cubicBezTo>
                  <a:cubicBezTo>
                    <a:pt x="2256" y="-987"/>
                    <a:pt x="10128" y="-922"/>
                    <a:pt x="17977" y="2948"/>
                  </a:cubicBezTo>
                  <a:cubicBezTo>
                    <a:pt x="25826" y="6819"/>
                    <a:pt x="30681" y="13014"/>
                    <a:pt x="28821" y="1678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13" name="Google Shape;1313;p35"/>
          <p:cNvGrpSpPr/>
          <p:nvPr/>
        </p:nvGrpSpPr>
        <p:grpSpPr>
          <a:xfrm>
            <a:off x="7600152" y="3720275"/>
            <a:ext cx="393151" cy="888374"/>
            <a:chOff x="2371457" y="352177"/>
            <a:chExt cx="567236" cy="1281740"/>
          </a:xfrm>
        </p:grpSpPr>
        <p:sp>
          <p:nvSpPr>
            <p:cNvPr id="1314" name="Google Shape;1314;p35"/>
            <p:cNvSpPr/>
            <p:nvPr/>
          </p:nvSpPr>
          <p:spPr>
            <a:xfrm>
              <a:off x="2390160" y="533178"/>
              <a:ext cx="482527" cy="190061"/>
            </a:xfrm>
            <a:custGeom>
              <a:rect b="b" l="l" r="r" t="t"/>
              <a:pathLst>
                <a:path extrusionOk="0" h="19670" w="49951">
                  <a:moveTo>
                    <a:pt x="35961" y="3203"/>
                  </a:moveTo>
                  <a:cubicBezTo>
                    <a:pt x="33614" y="1322"/>
                    <a:pt x="30739" y="-213"/>
                    <a:pt x="27744" y="24"/>
                  </a:cubicBezTo>
                  <a:cubicBezTo>
                    <a:pt x="21376" y="522"/>
                    <a:pt x="17689" y="8404"/>
                    <a:pt x="11375" y="9377"/>
                  </a:cubicBezTo>
                  <a:cubicBezTo>
                    <a:pt x="7894" y="9917"/>
                    <a:pt x="4368" y="8122"/>
                    <a:pt x="1958" y="5549"/>
                  </a:cubicBezTo>
                  <a:cubicBezTo>
                    <a:pt x="1233" y="4771"/>
                    <a:pt x="584" y="3938"/>
                    <a:pt x="0" y="3052"/>
                  </a:cubicBezTo>
                  <a:lnTo>
                    <a:pt x="0" y="17486"/>
                  </a:lnTo>
                  <a:cubicBezTo>
                    <a:pt x="4120" y="21270"/>
                    <a:pt x="11580" y="20081"/>
                    <a:pt x="18943" y="14361"/>
                  </a:cubicBezTo>
                  <a:cubicBezTo>
                    <a:pt x="19203" y="14156"/>
                    <a:pt x="19461" y="13950"/>
                    <a:pt x="19732" y="13734"/>
                  </a:cubicBezTo>
                  <a:cubicBezTo>
                    <a:pt x="22327" y="11626"/>
                    <a:pt x="24933" y="9128"/>
                    <a:pt x="27582" y="7679"/>
                  </a:cubicBezTo>
                  <a:cubicBezTo>
                    <a:pt x="27636" y="7647"/>
                    <a:pt x="27700" y="7625"/>
                    <a:pt x="27754" y="7593"/>
                  </a:cubicBezTo>
                  <a:cubicBezTo>
                    <a:pt x="31160" y="5776"/>
                    <a:pt x="34123" y="5971"/>
                    <a:pt x="36556" y="6955"/>
                  </a:cubicBezTo>
                  <a:cubicBezTo>
                    <a:pt x="36890" y="7095"/>
                    <a:pt x="37226" y="7247"/>
                    <a:pt x="37550" y="7409"/>
                  </a:cubicBezTo>
                  <a:cubicBezTo>
                    <a:pt x="39215" y="8263"/>
                    <a:pt x="40685" y="9420"/>
                    <a:pt x="42286" y="10382"/>
                  </a:cubicBezTo>
                  <a:cubicBezTo>
                    <a:pt x="43227" y="10945"/>
                    <a:pt x="44221" y="11453"/>
                    <a:pt x="45313" y="11777"/>
                  </a:cubicBezTo>
                  <a:cubicBezTo>
                    <a:pt x="46643" y="12177"/>
                    <a:pt x="48222" y="12177"/>
                    <a:pt x="49951" y="11766"/>
                  </a:cubicBezTo>
                  <a:cubicBezTo>
                    <a:pt x="47421" y="11366"/>
                    <a:pt x="44978" y="10458"/>
                    <a:pt x="42859" y="9042"/>
                  </a:cubicBezTo>
                  <a:cubicBezTo>
                    <a:pt x="40361" y="7366"/>
                    <a:pt x="38318" y="5095"/>
                    <a:pt x="35972" y="321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5" name="Google Shape;1315;p35"/>
            <p:cNvSpPr/>
            <p:nvPr/>
          </p:nvSpPr>
          <p:spPr>
            <a:xfrm>
              <a:off x="2431237" y="412801"/>
              <a:ext cx="101614" cy="153440"/>
            </a:xfrm>
            <a:custGeom>
              <a:rect b="b" l="l" r="r" t="t"/>
              <a:pathLst>
                <a:path extrusionOk="0" h="15880" w="10519">
                  <a:moveTo>
                    <a:pt x="670" y="9774"/>
                  </a:moveTo>
                  <a:cubicBezTo>
                    <a:pt x="1016" y="11796"/>
                    <a:pt x="1913" y="13828"/>
                    <a:pt x="3578" y="15007"/>
                  </a:cubicBezTo>
                  <a:cubicBezTo>
                    <a:pt x="5254" y="16185"/>
                    <a:pt x="7806" y="16240"/>
                    <a:pt x="9211" y="14747"/>
                  </a:cubicBezTo>
                  <a:cubicBezTo>
                    <a:pt x="10055" y="13850"/>
                    <a:pt x="10368" y="12585"/>
                    <a:pt x="10401" y="11353"/>
                  </a:cubicBezTo>
                  <a:cubicBezTo>
                    <a:pt x="10443" y="10131"/>
                    <a:pt x="10239" y="8909"/>
                    <a:pt x="10206" y="7687"/>
                  </a:cubicBezTo>
                  <a:cubicBezTo>
                    <a:pt x="10173" y="6541"/>
                    <a:pt x="10282" y="5406"/>
                    <a:pt x="10519" y="4281"/>
                  </a:cubicBezTo>
                  <a:cubicBezTo>
                    <a:pt x="6725" y="3817"/>
                    <a:pt x="3048" y="2314"/>
                    <a:pt x="0" y="0"/>
                  </a:cubicBezTo>
                  <a:cubicBezTo>
                    <a:pt x="291" y="1178"/>
                    <a:pt x="389" y="2422"/>
                    <a:pt x="421" y="3644"/>
                  </a:cubicBezTo>
                  <a:cubicBezTo>
                    <a:pt x="465" y="5687"/>
                    <a:pt x="335" y="7763"/>
                    <a:pt x="670" y="977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6" name="Google Shape;1316;p35"/>
            <p:cNvSpPr/>
            <p:nvPr/>
          </p:nvSpPr>
          <p:spPr>
            <a:xfrm>
              <a:off x="2390160" y="371096"/>
              <a:ext cx="548533" cy="275488"/>
            </a:xfrm>
            <a:custGeom>
              <a:rect b="b" l="l" r="r" t="t"/>
              <a:pathLst>
                <a:path extrusionOk="0" h="28511" w="56784">
                  <a:moveTo>
                    <a:pt x="52103" y="24738"/>
                  </a:moveTo>
                  <a:cubicBezTo>
                    <a:pt x="49941" y="24143"/>
                    <a:pt x="47898" y="22943"/>
                    <a:pt x="46178" y="21483"/>
                  </a:cubicBezTo>
                  <a:cubicBezTo>
                    <a:pt x="43237" y="18996"/>
                    <a:pt x="40978" y="15807"/>
                    <a:pt x="38285" y="13039"/>
                  </a:cubicBezTo>
                  <a:cubicBezTo>
                    <a:pt x="35604" y="10271"/>
                    <a:pt x="32252" y="7828"/>
                    <a:pt x="28414" y="7503"/>
                  </a:cubicBezTo>
                  <a:cubicBezTo>
                    <a:pt x="25733" y="7276"/>
                    <a:pt x="23095" y="8098"/>
                    <a:pt x="20424" y="8509"/>
                  </a:cubicBezTo>
                  <a:cubicBezTo>
                    <a:pt x="20251" y="8531"/>
                    <a:pt x="20078" y="8563"/>
                    <a:pt x="19905" y="8585"/>
                  </a:cubicBezTo>
                  <a:cubicBezTo>
                    <a:pt x="18943" y="8714"/>
                    <a:pt x="17970" y="8758"/>
                    <a:pt x="16997" y="8747"/>
                  </a:cubicBezTo>
                  <a:cubicBezTo>
                    <a:pt x="16251" y="8736"/>
                    <a:pt x="15504" y="8682"/>
                    <a:pt x="14769" y="8585"/>
                  </a:cubicBezTo>
                  <a:cubicBezTo>
                    <a:pt x="14532" y="9698"/>
                    <a:pt x="14412" y="10844"/>
                    <a:pt x="14456" y="11990"/>
                  </a:cubicBezTo>
                  <a:cubicBezTo>
                    <a:pt x="14499" y="13212"/>
                    <a:pt x="14693" y="14434"/>
                    <a:pt x="14651" y="15656"/>
                  </a:cubicBezTo>
                  <a:cubicBezTo>
                    <a:pt x="14608" y="16877"/>
                    <a:pt x="14294" y="18153"/>
                    <a:pt x="13461" y="19051"/>
                  </a:cubicBezTo>
                  <a:cubicBezTo>
                    <a:pt x="12056" y="20543"/>
                    <a:pt x="9504" y="20489"/>
                    <a:pt x="7828" y="19310"/>
                  </a:cubicBezTo>
                  <a:cubicBezTo>
                    <a:pt x="6152" y="18131"/>
                    <a:pt x="5255" y="16099"/>
                    <a:pt x="4920" y="14077"/>
                  </a:cubicBezTo>
                  <a:cubicBezTo>
                    <a:pt x="4585" y="12055"/>
                    <a:pt x="4714" y="9990"/>
                    <a:pt x="4671" y="7947"/>
                  </a:cubicBezTo>
                  <a:cubicBezTo>
                    <a:pt x="4650" y="6725"/>
                    <a:pt x="4541" y="5492"/>
                    <a:pt x="4250" y="4303"/>
                  </a:cubicBezTo>
                  <a:cubicBezTo>
                    <a:pt x="4044" y="4152"/>
                    <a:pt x="3839" y="3990"/>
                    <a:pt x="3644" y="3827"/>
                  </a:cubicBezTo>
                  <a:cubicBezTo>
                    <a:pt x="2271" y="2714"/>
                    <a:pt x="1038" y="1438"/>
                    <a:pt x="0" y="0"/>
                  </a:cubicBezTo>
                  <a:lnTo>
                    <a:pt x="0" y="19807"/>
                  </a:lnTo>
                  <a:cubicBezTo>
                    <a:pt x="584" y="20683"/>
                    <a:pt x="1233" y="21526"/>
                    <a:pt x="1958" y="22305"/>
                  </a:cubicBezTo>
                  <a:cubicBezTo>
                    <a:pt x="4368" y="24867"/>
                    <a:pt x="7894" y="26673"/>
                    <a:pt x="11375" y="26132"/>
                  </a:cubicBezTo>
                  <a:cubicBezTo>
                    <a:pt x="17689" y="25159"/>
                    <a:pt x="21376" y="17288"/>
                    <a:pt x="27744" y="16780"/>
                  </a:cubicBezTo>
                  <a:cubicBezTo>
                    <a:pt x="30739" y="16542"/>
                    <a:pt x="33614" y="18077"/>
                    <a:pt x="35961" y="19959"/>
                  </a:cubicBezTo>
                  <a:cubicBezTo>
                    <a:pt x="38307" y="21840"/>
                    <a:pt x="40350" y="24111"/>
                    <a:pt x="42848" y="25786"/>
                  </a:cubicBezTo>
                  <a:cubicBezTo>
                    <a:pt x="44978" y="27203"/>
                    <a:pt x="47421" y="28122"/>
                    <a:pt x="49941" y="28511"/>
                  </a:cubicBezTo>
                  <a:cubicBezTo>
                    <a:pt x="52070" y="27992"/>
                    <a:pt x="54427" y="26835"/>
                    <a:pt x="56785" y="24932"/>
                  </a:cubicBezTo>
                  <a:cubicBezTo>
                    <a:pt x="55217" y="25267"/>
                    <a:pt x="53628" y="25149"/>
                    <a:pt x="52093" y="24727"/>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7" name="Google Shape;1317;p35"/>
            <p:cNvSpPr/>
            <p:nvPr/>
          </p:nvSpPr>
          <p:spPr>
            <a:xfrm>
              <a:off x="2390160" y="533178"/>
              <a:ext cx="482527" cy="190061"/>
            </a:xfrm>
            <a:custGeom>
              <a:rect b="b" l="l" r="r" t="t"/>
              <a:pathLst>
                <a:path extrusionOk="0" h="19670" w="49951">
                  <a:moveTo>
                    <a:pt x="35961" y="3203"/>
                  </a:moveTo>
                  <a:cubicBezTo>
                    <a:pt x="33614" y="1322"/>
                    <a:pt x="30739" y="-213"/>
                    <a:pt x="27744" y="24"/>
                  </a:cubicBezTo>
                  <a:cubicBezTo>
                    <a:pt x="21376" y="522"/>
                    <a:pt x="17689" y="8404"/>
                    <a:pt x="11375" y="9377"/>
                  </a:cubicBezTo>
                  <a:cubicBezTo>
                    <a:pt x="7894" y="9917"/>
                    <a:pt x="4368" y="8122"/>
                    <a:pt x="1958" y="5549"/>
                  </a:cubicBezTo>
                  <a:cubicBezTo>
                    <a:pt x="1233" y="4771"/>
                    <a:pt x="584" y="3938"/>
                    <a:pt x="0" y="3052"/>
                  </a:cubicBezTo>
                  <a:lnTo>
                    <a:pt x="0" y="17486"/>
                  </a:lnTo>
                  <a:cubicBezTo>
                    <a:pt x="4120" y="21270"/>
                    <a:pt x="11580" y="20081"/>
                    <a:pt x="18943" y="14361"/>
                  </a:cubicBezTo>
                  <a:cubicBezTo>
                    <a:pt x="19203" y="14156"/>
                    <a:pt x="19461" y="13950"/>
                    <a:pt x="19732" y="13734"/>
                  </a:cubicBezTo>
                  <a:cubicBezTo>
                    <a:pt x="22327" y="11626"/>
                    <a:pt x="24933" y="9128"/>
                    <a:pt x="27582" y="7679"/>
                  </a:cubicBezTo>
                  <a:cubicBezTo>
                    <a:pt x="27636" y="7647"/>
                    <a:pt x="27700" y="7625"/>
                    <a:pt x="27754" y="7593"/>
                  </a:cubicBezTo>
                  <a:cubicBezTo>
                    <a:pt x="31160" y="5776"/>
                    <a:pt x="34123" y="5971"/>
                    <a:pt x="36556" y="6955"/>
                  </a:cubicBezTo>
                  <a:cubicBezTo>
                    <a:pt x="36890" y="7095"/>
                    <a:pt x="37226" y="7247"/>
                    <a:pt x="37550" y="7409"/>
                  </a:cubicBezTo>
                  <a:cubicBezTo>
                    <a:pt x="39215" y="8263"/>
                    <a:pt x="40685" y="9420"/>
                    <a:pt x="42286" y="10382"/>
                  </a:cubicBezTo>
                  <a:cubicBezTo>
                    <a:pt x="43227" y="10945"/>
                    <a:pt x="44221" y="11453"/>
                    <a:pt x="45313" y="11777"/>
                  </a:cubicBezTo>
                  <a:cubicBezTo>
                    <a:pt x="46643" y="12177"/>
                    <a:pt x="48222" y="12177"/>
                    <a:pt x="49951" y="11766"/>
                  </a:cubicBezTo>
                  <a:cubicBezTo>
                    <a:pt x="47421" y="11366"/>
                    <a:pt x="44978" y="10458"/>
                    <a:pt x="42859" y="9042"/>
                  </a:cubicBezTo>
                  <a:cubicBezTo>
                    <a:pt x="40361" y="7366"/>
                    <a:pt x="38318" y="5095"/>
                    <a:pt x="35972" y="3214"/>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8" name="Google Shape;1318;p35"/>
            <p:cNvSpPr/>
            <p:nvPr/>
          </p:nvSpPr>
          <p:spPr>
            <a:xfrm>
              <a:off x="2431237" y="412801"/>
              <a:ext cx="101614" cy="153440"/>
            </a:xfrm>
            <a:custGeom>
              <a:rect b="b" l="l" r="r" t="t"/>
              <a:pathLst>
                <a:path extrusionOk="0" h="15880" w="10519">
                  <a:moveTo>
                    <a:pt x="670" y="9774"/>
                  </a:moveTo>
                  <a:cubicBezTo>
                    <a:pt x="1016" y="11796"/>
                    <a:pt x="1913" y="13828"/>
                    <a:pt x="3578" y="15007"/>
                  </a:cubicBezTo>
                  <a:cubicBezTo>
                    <a:pt x="5254" y="16185"/>
                    <a:pt x="7806" y="16240"/>
                    <a:pt x="9211" y="14747"/>
                  </a:cubicBezTo>
                  <a:cubicBezTo>
                    <a:pt x="10055" y="13850"/>
                    <a:pt x="10368" y="12585"/>
                    <a:pt x="10401" y="11353"/>
                  </a:cubicBezTo>
                  <a:cubicBezTo>
                    <a:pt x="10443" y="10131"/>
                    <a:pt x="10239" y="8909"/>
                    <a:pt x="10206" y="7687"/>
                  </a:cubicBezTo>
                  <a:cubicBezTo>
                    <a:pt x="10173" y="6541"/>
                    <a:pt x="10282" y="5406"/>
                    <a:pt x="10519" y="4281"/>
                  </a:cubicBezTo>
                  <a:cubicBezTo>
                    <a:pt x="6725" y="3817"/>
                    <a:pt x="3048" y="2314"/>
                    <a:pt x="0" y="0"/>
                  </a:cubicBezTo>
                  <a:cubicBezTo>
                    <a:pt x="291" y="1178"/>
                    <a:pt x="389" y="2422"/>
                    <a:pt x="421" y="3644"/>
                  </a:cubicBezTo>
                  <a:cubicBezTo>
                    <a:pt x="465" y="5687"/>
                    <a:pt x="335" y="7763"/>
                    <a:pt x="670" y="9774"/>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9" name="Google Shape;1319;p35"/>
            <p:cNvSpPr/>
            <p:nvPr/>
          </p:nvSpPr>
          <p:spPr>
            <a:xfrm>
              <a:off x="2371457" y="352177"/>
              <a:ext cx="29347" cy="1281740"/>
            </a:xfrm>
            <a:custGeom>
              <a:rect b="b" l="l" r="r" t="t"/>
              <a:pathLst>
                <a:path extrusionOk="0" h="132651" w="3038">
                  <a:moveTo>
                    <a:pt x="1514" y="0"/>
                  </a:moveTo>
                  <a:cubicBezTo>
                    <a:pt x="670" y="0"/>
                    <a:pt x="0" y="205"/>
                    <a:pt x="0" y="465"/>
                  </a:cubicBezTo>
                  <a:lnTo>
                    <a:pt x="0" y="132068"/>
                  </a:lnTo>
                  <a:cubicBezTo>
                    <a:pt x="876" y="132316"/>
                    <a:pt x="1904" y="132522"/>
                    <a:pt x="3039" y="132652"/>
                  </a:cubicBezTo>
                  <a:lnTo>
                    <a:pt x="3039" y="465"/>
                  </a:lnTo>
                  <a:cubicBezTo>
                    <a:pt x="3039" y="205"/>
                    <a:pt x="2358" y="0"/>
                    <a:pt x="1525"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0" name="Google Shape;1320;p35"/>
            <p:cNvSpPr/>
            <p:nvPr/>
          </p:nvSpPr>
          <p:spPr>
            <a:xfrm>
              <a:off x="2371457" y="352177"/>
              <a:ext cx="29347" cy="1281740"/>
            </a:xfrm>
            <a:custGeom>
              <a:rect b="b" l="l" r="r" t="t"/>
              <a:pathLst>
                <a:path extrusionOk="0" h="132651" w="3038">
                  <a:moveTo>
                    <a:pt x="1514" y="0"/>
                  </a:moveTo>
                  <a:cubicBezTo>
                    <a:pt x="670" y="0"/>
                    <a:pt x="0" y="205"/>
                    <a:pt x="0" y="465"/>
                  </a:cubicBezTo>
                  <a:lnTo>
                    <a:pt x="0" y="132068"/>
                  </a:lnTo>
                  <a:cubicBezTo>
                    <a:pt x="876" y="132316"/>
                    <a:pt x="1904" y="132522"/>
                    <a:pt x="3039" y="132652"/>
                  </a:cubicBezTo>
                  <a:lnTo>
                    <a:pt x="3039" y="465"/>
                  </a:lnTo>
                  <a:cubicBezTo>
                    <a:pt x="3039" y="205"/>
                    <a:pt x="2358" y="0"/>
                    <a:pt x="1525" y="0"/>
                  </a:cubicBezTo>
                  <a:close/>
                </a:path>
              </a:pathLst>
            </a:custGeom>
            <a:solidFill>
              <a:srgbClr val="BF2543">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321" name="Google Shape;1321;p35"/>
          <p:cNvSpPr txBox="1"/>
          <p:nvPr/>
        </p:nvSpPr>
        <p:spPr>
          <a:xfrm>
            <a:off x="720000" y="1180625"/>
            <a:ext cx="6880200" cy="283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latin typeface="Open Sans"/>
                <a:ea typeface="Open Sans"/>
                <a:cs typeface="Open Sans"/>
                <a:sym typeface="Open Sans"/>
              </a:rPr>
              <a:t>Strokes Gained metrics clearly outperform traditional rate stats.</a:t>
            </a:r>
            <a:endParaRPr b="1" sz="1200">
              <a:latin typeface="Open Sans"/>
              <a:ea typeface="Open Sans"/>
              <a:cs typeface="Open Sans"/>
              <a:sym typeface="Open Sans"/>
            </a:endParaRPr>
          </a:p>
          <a:p>
            <a:pPr indent="-304800" lvl="0" marL="457200" rtl="0" algn="l">
              <a:spcBef>
                <a:spcPts val="0"/>
              </a:spcBef>
              <a:spcAft>
                <a:spcPts val="0"/>
              </a:spcAft>
              <a:buSzPts val="1200"/>
              <a:buFont typeface="Open Sans"/>
              <a:buChar char="●"/>
            </a:pPr>
            <a:r>
              <a:rPr lang="en" sz="1200">
                <a:latin typeface="Open Sans"/>
                <a:ea typeface="Open Sans"/>
                <a:cs typeface="Open Sans"/>
                <a:sym typeface="Open Sans"/>
              </a:rPr>
              <a:t>SG variables explained more variation in 2024 FedEx Cup points and produced much more accurate predictions for 2025.</a:t>
            </a:r>
            <a:endParaRPr sz="1200">
              <a:latin typeface="Open Sans"/>
              <a:ea typeface="Open Sans"/>
              <a:cs typeface="Open Sans"/>
              <a:sym typeface="Open Sans"/>
            </a:endParaRPr>
          </a:p>
          <a:p>
            <a:pPr indent="0" lvl="0" marL="0" rtl="0" algn="l">
              <a:spcBef>
                <a:spcPts val="0"/>
              </a:spcBef>
              <a:spcAft>
                <a:spcPts val="0"/>
              </a:spcAft>
              <a:buNone/>
            </a:pPr>
            <a:r>
              <a:t/>
            </a:r>
            <a:endParaRPr sz="1200">
              <a:latin typeface="Open Sans"/>
              <a:ea typeface="Open Sans"/>
              <a:cs typeface="Open Sans"/>
              <a:sym typeface="Open Sans"/>
            </a:endParaRPr>
          </a:p>
          <a:p>
            <a:pPr indent="0" lvl="0" marL="0" rtl="0" algn="l">
              <a:spcBef>
                <a:spcPts val="0"/>
              </a:spcBef>
              <a:spcAft>
                <a:spcPts val="0"/>
              </a:spcAft>
              <a:buNone/>
            </a:pPr>
            <a:r>
              <a:rPr b="1" lang="en" sz="1200">
                <a:latin typeface="Open Sans"/>
                <a:ea typeface="Open Sans"/>
                <a:cs typeface="Open Sans"/>
                <a:sym typeface="Open Sans"/>
              </a:rPr>
              <a:t>SG Approach and SG Putting were the strongest individual skills that mattered.</a:t>
            </a:r>
            <a:endParaRPr b="1" sz="1200">
              <a:latin typeface="Open Sans"/>
              <a:ea typeface="Open Sans"/>
              <a:cs typeface="Open Sans"/>
              <a:sym typeface="Open Sans"/>
            </a:endParaRPr>
          </a:p>
          <a:p>
            <a:pPr indent="0" lvl="0" marL="0" rtl="0" algn="l">
              <a:spcBef>
                <a:spcPts val="0"/>
              </a:spcBef>
              <a:spcAft>
                <a:spcPts val="0"/>
              </a:spcAft>
              <a:buNone/>
            </a:pPr>
            <a:r>
              <a:t/>
            </a:r>
            <a:endParaRPr sz="1200">
              <a:latin typeface="Open Sans"/>
              <a:ea typeface="Open Sans"/>
              <a:cs typeface="Open Sans"/>
              <a:sym typeface="Open Sans"/>
            </a:endParaRPr>
          </a:p>
          <a:p>
            <a:pPr indent="0" lvl="0" marL="0" rtl="0" algn="l">
              <a:spcBef>
                <a:spcPts val="0"/>
              </a:spcBef>
              <a:spcAft>
                <a:spcPts val="0"/>
              </a:spcAft>
              <a:buNone/>
            </a:pPr>
            <a:r>
              <a:rPr b="1" lang="en" sz="1200">
                <a:latin typeface="Open Sans"/>
                <a:ea typeface="Open Sans"/>
                <a:cs typeface="Open Sans"/>
                <a:sym typeface="Open Sans"/>
              </a:rPr>
              <a:t>Traditional rate stats missed key performance factors (weak relationships).</a:t>
            </a:r>
            <a:endParaRPr b="1" sz="1200">
              <a:latin typeface="Open Sans"/>
              <a:ea typeface="Open Sans"/>
              <a:cs typeface="Open Sans"/>
              <a:sym typeface="Open Sans"/>
            </a:endParaRPr>
          </a:p>
          <a:p>
            <a:pPr indent="0" lvl="0" marL="0" rtl="0" algn="l">
              <a:spcBef>
                <a:spcPts val="0"/>
              </a:spcBef>
              <a:spcAft>
                <a:spcPts val="0"/>
              </a:spcAft>
              <a:buNone/>
            </a:pPr>
            <a:r>
              <a:t/>
            </a:r>
            <a:endParaRPr sz="1200">
              <a:latin typeface="Open Sans"/>
              <a:ea typeface="Open Sans"/>
              <a:cs typeface="Open Sans"/>
              <a:sym typeface="Open Sans"/>
            </a:endParaRPr>
          </a:p>
          <a:p>
            <a:pPr indent="0" lvl="0" marL="0" rtl="0" algn="l">
              <a:spcBef>
                <a:spcPts val="0"/>
              </a:spcBef>
              <a:spcAft>
                <a:spcPts val="0"/>
              </a:spcAft>
              <a:buNone/>
            </a:pPr>
            <a:r>
              <a:rPr b="1" lang="en" sz="1200">
                <a:latin typeface="Open Sans"/>
                <a:ea typeface="Open Sans"/>
                <a:cs typeface="Open Sans"/>
                <a:sym typeface="Open Sans"/>
              </a:rPr>
              <a:t>Predictive performance strengthened this conclusion.</a:t>
            </a:r>
            <a:endParaRPr b="1" sz="1200">
              <a:latin typeface="Open Sans"/>
              <a:ea typeface="Open Sans"/>
              <a:cs typeface="Open Sans"/>
              <a:sym typeface="Open Sans"/>
            </a:endParaRPr>
          </a:p>
          <a:p>
            <a:pPr indent="-304800" lvl="0" marL="457200" rtl="0" algn="l">
              <a:spcBef>
                <a:spcPts val="0"/>
              </a:spcBef>
              <a:spcAft>
                <a:spcPts val="0"/>
              </a:spcAft>
              <a:buSzPts val="1200"/>
              <a:buFont typeface="Open Sans"/>
              <a:buChar char="●"/>
            </a:pPr>
            <a:r>
              <a:rPr lang="en" sz="1200">
                <a:latin typeface="Open Sans"/>
                <a:ea typeface="Open Sans"/>
                <a:cs typeface="Open Sans"/>
                <a:sym typeface="Open Sans"/>
              </a:rPr>
              <a:t>SG predictions aligned closely with actual 2025 outcomes (r = 0.81), while rate stats performed poorly (r = 0.49).</a:t>
            </a:r>
            <a:endParaRPr sz="1200">
              <a:latin typeface="Open Sans"/>
              <a:ea typeface="Open Sans"/>
              <a:cs typeface="Open Sans"/>
              <a:sym typeface="Open Sans"/>
            </a:endParaRPr>
          </a:p>
          <a:p>
            <a:pPr indent="0" lvl="0" marL="0" rtl="0" algn="l">
              <a:spcBef>
                <a:spcPts val="0"/>
              </a:spcBef>
              <a:spcAft>
                <a:spcPts val="0"/>
              </a:spcAft>
              <a:buNone/>
            </a:pPr>
            <a:r>
              <a:t/>
            </a:r>
            <a:endParaRPr sz="1200">
              <a:latin typeface="Open Sans"/>
              <a:ea typeface="Open Sans"/>
              <a:cs typeface="Open Sans"/>
              <a:sym typeface="Open Sans"/>
            </a:endParaRPr>
          </a:p>
          <a:p>
            <a:pPr indent="0" lvl="0" marL="0" rtl="0" algn="l">
              <a:spcBef>
                <a:spcPts val="0"/>
              </a:spcBef>
              <a:spcAft>
                <a:spcPts val="0"/>
              </a:spcAft>
              <a:buNone/>
            </a:pPr>
            <a:r>
              <a:rPr b="1" i="1" lang="en">
                <a:latin typeface="Open Sans"/>
                <a:ea typeface="Open Sans"/>
                <a:cs typeface="Open Sans"/>
                <a:sym typeface="Open Sans"/>
              </a:rPr>
              <a:t>Overall: Strokes Gained metrics are better predictors and better explanatory variables for understanding PGA Tour player performance across seasons.</a:t>
            </a:r>
            <a:endParaRPr b="1" i="1">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sp>
        <p:nvSpPr>
          <p:cNvPr id="1326" name="Google Shape;1326;p36"/>
          <p:cNvSpPr txBox="1"/>
          <p:nvPr>
            <p:ph type="title"/>
          </p:nvPr>
        </p:nvSpPr>
        <p:spPr>
          <a:xfrm>
            <a:off x="4736281" y="1363481"/>
            <a:ext cx="3694500" cy="105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Thanks!</a:t>
            </a:r>
            <a:endParaRPr/>
          </a:p>
        </p:txBody>
      </p:sp>
      <p:grpSp>
        <p:nvGrpSpPr>
          <p:cNvPr id="1327" name="Google Shape;1327;p36"/>
          <p:cNvGrpSpPr/>
          <p:nvPr/>
        </p:nvGrpSpPr>
        <p:grpSpPr>
          <a:xfrm flipH="1">
            <a:off x="3703993" y="3718250"/>
            <a:ext cx="393151" cy="888374"/>
            <a:chOff x="2371457" y="352177"/>
            <a:chExt cx="567236" cy="1281740"/>
          </a:xfrm>
        </p:grpSpPr>
        <p:sp>
          <p:nvSpPr>
            <p:cNvPr id="1328" name="Google Shape;1328;p36"/>
            <p:cNvSpPr/>
            <p:nvPr/>
          </p:nvSpPr>
          <p:spPr>
            <a:xfrm>
              <a:off x="2390160" y="533178"/>
              <a:ext cx="482527" cy="190061"/>
            </a:xfrm>
            <a:custGeom>
              <a:rect b="b" l="l" r="r" t="t"/>
              <a:pathLst>
                <a:path extrusionOk="0" h="19670" w="49951">
                  <a:moveTo>
                    <a:pt x="35961" y="3203"/>
                  </a:moveTo>
                  <a:cubicBezTo>
                    <a:pt x="33614" y="1322"/>
                    <a:pt x="30739" y="-213"/>
                    <a:pt x="27744" y="24"/>
                  </a:cubicBezTo>
                  <a:cubicBezTo>
                    <a:pt x="21376" y="522"/>
                    <a:pt x="17689" y="8404"/>
                    <a:pt x="11375" y="9377"/>
                  </a:cubicBezTo>
                  <a:cubicBezTo>
                    <a:pt x="7894" y="9917"/>
                    <a:pt x="4368" y="8122"/>
                    <a:pt x="1958" y="5549"/>
                  </a:cubicBezTo>
                  <a:cubicBezTo>
                    <a:pt x="1233" y="4771"/>
                    <a:pt x="584" y="3938"/>
                    <a:pt x="0" y="3052"/>
                  </a:cubicBezTo>
                  <a:lnTo>
                    <a:pt x="0" y="17486"/>
                  </a:lnTo>
                  <a:cubicBezTo>
                    <a:pt x="4120" y="21270"/>
                    <a:pt x="11580" y="20081"/>
                    <a:pt x="18943" y="14361"/>
                  </a:cubicBezTo>
                  <a:cubicBezTo>
                    <a:pt x="19203" y="14156"/>
                    <a:pt x="19461" y="13950"/>
                    <a:pt x="19732" y="13734"/>
                  </a:cubicBezTo>
                  <a:cubicBezTo>
                    <a:pt x="22327" y="11626"/>
                    <a:pt x="24933" y="9128"/>
                    <a:pt x="27582" y="7679"/>
                  </a:cubicBezTo>
                  <a:cubicBezTo>
                    <a:pt x="27636" y="7647"/>
                    <a:pt x="27700" y="7625"/>
                    <a:pt x="27754" y="7593"/>
                  </a:cubicBezTo>
                  <a:cubicBezTo>
                    <a:pt x="31160" y="5776"/>
                    <a:pt x="34123" y="5971"/>
                    <a:pt x="36556" y="6955"/>
                  </a:cubicBezTo>
                  <a:cubicBezTo>
                    <a:pt x="36890" y="7095"/>
                    <a:pt x="37226" y="7247"/>
                    <a:pt x="37550" y="7409"/>
                  </a:cubicBezTo>
                  <a:cubicBezTo>
                    <a:pt x="39215" y="8263"/>
                    <a:pt x="40685" y="9420"/>
                    <a:pt x="42286" y="10382"/>
                  </a:cubicBezTo>
                  <a:cubicBezTo>
                    <a:pt x="43227" y="10945"/>
                    <a:pt x="44221" y="11453"/>
                    <a:pt x="45313" y="11777"/>
                  </a:cubicBezTo>
                  <a:cubicBezTo>
                    <a:pt x="46643" y="12177"/>
                    <a:pt x="48222" y="12177"/>
                    <a:pt x="49951" y="11766"/>
                  </a:cubicBezTo>
                  <a:cubicBezTo>
                    <a:pt x="47421" y="11366"/>
                    <a:pt x="44978" y="10458"/>
                    <a:pt x="42859" y="9042"/>
                  </a:cubicBezTo>
                  <a:cubicBezTo>
                    <a:pt x="40361" y="7366"/>
                    <a:pt x="38318" y="5095"/>
                    <a:pt x="35972" y="321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9" name="Google Shape;1329;p36"/>
            <p:cNvSpPr/>
            <p:nvPr/>
          </p:nvSpPr>
          <p:spPr>
            <a:xfrm>
              <a:off x="2431237" y="412801"/>
              <a:ext cx="101614" cy="153440"/>
            </a:xfrm>
            <a:custGeom>
              <a:rect b="b" l="l" r="r" t="t"/>
              <a:pathLst>
                <a:path extrusionOk="0" h="15880" w="10519">
                  <a:moveTo>
                    <a:pt x="670" y="9774"/>
                  </a:moveTo>
                  <a:cubicBezTo>
                    <a:pt x="1016" y="11796"/>
                    <a:pt x="1913" y="13828"/>
                    <a:pt x="3578" y="15007"/>
                  </a:cubicBezTo>
                  <a:cubicBezTo>
                    <a:pt x="5254" y="16185"/>
                    <a:pt x="7806" y="16240"/>
                    <a:pt x="9211" y="14747"/>
                  </a:cubicBezTo>
                  <a:cubicBezTo>
                    <a:pt x="10055" y="13850"/>
                    <a:pt x="10368" y="12585"/>
                    <a:pt x="10401" y="11353"/>
                  </a:cubicBezTo>
                  <a:cubicBezTo>
                    <a:pt x="10443" y="10131"/>
                    <a:pt x="10239" y="8909"/>
                    <a:pt x="10206" y="7687"/>
                  </a:cubicBezTo>
                  <a:cubicBezTo>
                    <a:pt x="10173" y="6541"/>
                    <a:pt x="10282" y="5406"/>
                    <a:pt x="10519" y="4281"/>
                  </a:cubicBezTo>
                  <a:cubicBezTo>
                    <a:pt x="6725" y="3817"/>
                    <a:pt x="3048" y="2314"/>
                    <a:pt x="0" y="0"/>
                  </a:cubicBezTo>
                  <a:cubicBezTo>
                    <a:pt x="291" y="1178"/>
                    <a:pt x="389" y="2422"/>
                    <a:pt x="421" y="3644"/>
                  </a:cubicBezTo>
                  <a:cubicBezTo>
                    <a:pt x="465" y="5687"/>
                    <a:pt x="335" y="7763"/>
                    <a:pt x="670" y="977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0" name="Google Shape;1330;p36"/>
            <p:cNvSpPr/>
            <p:nvPr/>
          </p:nvSpPr>
          <p:spPr>
            <a:xfrm>
              <a:off x="2390160" y="371096"/>
              <a:ext cx="548533" cy="275488"/>
            </a:xfrm>
            <a:custGeom>
              <a:rect b="b" l="l" r="r" t="t"/>
              <a:pathLst>
                <a:path extrusionOk="0" h="28511" w="56784">
                  <a:moveTo>
                    <a:pt x="52103" y="24738"/>
                  </a:moveTo>
                  <a:cubicBezTo>
                    <a:pt x="49941" y="24143"/>
                    <a:pt x="47898" y="22943"/>
                    <a:pt x="46178" y="21483"/>
                  </a:cubicBezTo>
                  <a:cubicBezTo>
                    <a:pt x="43237" y="18996"/>
                    <a:pt x="40978" y="15807"/>
                    <a:pt x="38285" y="13039"/>
                  </a:cubicBezTo>
                  <a:cubicBezTo>
                    <a:pt x="35604" y="10271"/>
                    <a:pt x="32252" y="7828"/>
                    <a:pt x="28414" y="7503"/>
                  </a:cubicBezTo>
                  <a:cubicBezTo>
                    <a:pt x="25733" y="7276"/>
                    <a:pt x="23095" y="8098"/>
                    <a:pt x="20424" y="8509"/>
                  </a:cubicBezTo>
                  <a:cubicBezTo>
                    <a:pt x="20251" y="8531"/>
                    <a:pt x="20078" y="8563"/>
                    <a:pt x="19905" y="8585"/>
                  </a:cubicBezTo>
                  <a:cubicBezTo>
                    <a:pt x="18943" y="8714"/>
                    <a:pt x="17970" y="8758"/>
                    <a:pt x="16997" y="8747"/>
                  </a:cubicBezTo>
                  <a:cubicBezTo>
                    <a:pt x="16251" y="8736"/>
                    <a:pt x="15504" y="8682"/>
                    <a:pt x="14769" y="8585"/>
                  </a:cubicBezTo>
                  <a:cubicBezTo>
                    <a:pt x="14532" y="9698"/>
                    <a:pt x="14412" y="10844"/>
                    <a:pt x="14456" y="11990"/>
                  </a:cubicBezTo>
                  <a:cubicBezTo>
                    <a:pt x="14499" y="13212"/>
                    <a:pt x="14693" y="14434"/>
                    <a:pt x="14651" y="15656"/>
                  </a:cubicBezTo>
                  <a:cubicBezTo>
                    <a:pt x="14608" y="16877"/>
                    <a:pt x="14294" y="18153"/>
                    <a:pt x="13461" y="19051"/>
                  </a:cubicBezTo>
                  <a:cubicBezTo>
                    <a:pt x="12056" y="20543"/>
                    <a:pt x="9504" y="20489"/>
                    <a:pt x="7828" y="19310"/>
                  </a:cubicBezTo>
                  <a:cubicBezTo>
                    <a:pt x="6152" y="18131"/>
                    <a:pt x="5255" y="16099"/>
                    <a:pt x="4920" y="14077"/>
                  </a:cubicBezTo>
                  <a:cubicBezTo>
                    <a:pt x="4585" y="12055"/>
                    <a:pt x="4714" y="9990"/>
                    <a:pt x="4671" y="7947"/>
                  </a:cubicBezTo>
                  <a:cubicBezTo>
                    <a:pt x="4650" y="6725"/>
                    <a:pt x="4541" y="5492"/>
                    <a:pt x="4250" y="4303"/>
                  </a:cubicBezTo>
                  <a:cubicBezTo>
                    <a:pt x="4044" y="4152"/>
                    <a:pt x="3839" y="3990"/>
                    <a:pt x="3644" y="3827"/>
                  </a:cubicBezTo>
                  <a:cubicBezTo>
                    <a:pt x="2271" y="2714"/>
                    <a:pt x="1038" y="1438"/>
                    <a:pt x="0" y="0"/>
                  </a:cubicBezTo>
                  <a:lnTo>
                    <a:pt x="0" y="19807"/>
                  </a:lnTo>
                  <a:cubicBezTo>
                    <a:pt x="584" y="20683"/>
                    <a:pt x="1233" y="21526"/>
                    <a:pt x="1958" y="22305"/>
                  </a:cubicBezTo>
                  <a:cubicBezTo>
                    <a:pt x="4368" y="24867"/>
                    <a:pt x="7894" y="26673"/>
                    <a:pt x="11375" y="26132"/>
                  </a:cubicBezTo>
                  <a:cubicBezTo>
                    <a:pt x="17689" y="25159"/>
                    <a:pt x="21376" y="17288"/>
                    <a:pt x="27744" y="16780"/>
                  </a:cubicBezTo>
                  <a:cubicBezTo>
                    <a:pt x="30739" y="16542"/>
                    <a:pt x="33614" y="18077"/>
                    <a:pt x="35961" y="19959"/>
                  </a:cubicBezTo>
                  <a:cubicBezTo>
                    <a:pt x="38307" y="21840"/>
                    <a:pt x="40350" y="24111"/>
                    <a:pt x="42848" y="25786"/>
                  </a:cubicBezTo>
                  <a:cubicBezTo>
                    <a:pt x="44978" y="27203"/>
                    <a:pt x="47421" y="28122"/>
                    <a:pt x="49941" y="28511"/>
                  </a:cubicBezTo>
                  <a:cubicBezTo>
                    <a:pt x="52070" y="27992"/>
                    <a:pt x="54427" y="26835"/>
                    <a:pt x="56785" y="24932"/>
                  </a:cubicBezTo>
                  <a:cubicBezTo>
                    <a:pt x="55217" y="25267"/>
                    <a:pt x="53628" y="25149"/>
                    <a:pt x="52093" y="24727"/>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1" name="Google Shape;1331;p36"/>
            <p:cNvSpPr/>
            <p:nvPr/>
          </p:nvSpPr>
          <p:spPr>
            <a:xfrm>
              <a:off x="2390160" y="533178"/>
              <a:ext cx="482527" cy="190061"/>
            </a:xfrm>
            <a:custGeom>
              <a:rect b="b" l="l" r="r" t="t"/>
              <a:pathLst>
                <a:path extrusionOk="0" h="19670" w="49951">
                  <a:moveTo>
                    <a:pt x="35961" y="3203"/>
                  </a:moveTo>
                  <a:cubicBezTo>
                    <a:pt x="33614" y="1322"/>
                    <a:pt x="30739" y="-213"/>
                    <a:pt x="27744" y="24"/>
                  </a:cubicBezTo>
                  <a:cubicBezTo>
                    <a:pt x="21376" y="522"/>
                    <a:pt x="17689" y="8404"/>
                    <a:pt x="11375" y="9377"/>
                  </a:cubicBezTo>
                  <a:cubicBezTo>
                    <a:pt x="7894" y="9917"/>
                    <a:pt x="4368" y="8122"/>
                    <a:pt x="1958" y="5549"/>
                  </a:cubicBezTo>
                  <a:cubicBezTo>
                    <a:pt x="1233" y="4771"/>
                    <a:pt x="584" y="3938"/>
                    <a:pt x="0" y="3052"/>
                  </a:cubicBezTo>
                  <a:lnTo>
                    <a:pt x="0" y="17486"/>
                  </a:lnTo>
                  <a:cubicBezTo>
                    <a:pt x="4120" y="21270"/>
                    <a:pt x="11580" y="20081"/>
                    <a:pt x="18943" y="14361"/>
                  </a:cubicBezTo>
                  <a:cubicBezTo>
                    <a:pt x="19203" y="14156"/>
                    <a:pt x="19461" y="13950"/>
                    <a:pt x="19732" y="13734"/>
                  </a:cubicBezTo>
                  <a:cubicBezTo>
                    <a:pt x="22327" y="11626"/>
                    <a:pt x="24933" y="9128"/>
                    <a:pt x="27582" y="7679"/>
                  </a:cubicBezTo>
                  <a:cubicBezTo>
                    <a:pt x="27636" y="7647"/>
                    <a:pt x="27700" y="7625"/>
                    <a:pt x="27754" y="7593"/>
                  </a:cubicBezTo>
                  <a:cubicBezTo>
                    <a:pt x="31160" y="5776"/>
                    <a:pt x="34123" y="5971"/>
                    <a:pt x="36556" y="6955"/>
                  </a:cubicBezTo>
                  <a:cubicBezTo>
                    <a:pt x="36890" y="7095"/>
                    <a:pt x="37226" y="7247"/>
                    <a:pt x="37550" y="7409"/>
                  </a:cubicBezTo>
                  <a:cubicBezTo>
                    <a:pt x="39215" y="8263"/>
                    <a:pt x="40685" y="9420"/>
                    <a:pt x="42286" y="10382"/>
                  </a:cubicBezTo>
                  <a:cubicBezTo>
                    <a:pt x="43227" y="10945"/>
                    <a:pt x="44221" y="11453"/>
                    <a:pt x="45313" y="11777"/>
                  </a:cubicBezTo>
                  <a:cubicBezTo>
                    <a:pt x="46643" y="12177"/>
                    <a:pt x="48222" y="12177"/>
                    <a:pt x="49951" y="11766"/>
                  </a:cubicBezTo>
                  <a:cubicBezTo>
                    <a:pt x="47421" y="11366"/>
                    <a:pt x="44978" y="10458"/>
                    <a:pt x="42859" y="9042"/>
                  </a:cubicBezTo>
                  <a:cubicBezTo>
                    <a:pt x="40361" y="7366"/>
                    <a:pt x="38318" y="5095"/>
                    <a:pt x="35972" y="3214"/>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2" name="Google Shape;1332;p36"/>
            <p:cNvSpPr/>
            <p:nvPr/>
          </p:nvSpPr>
          <p:spPr>
            <a:xfrm>
              <a:off x="2431237" y="412801"/>
              <a:ext cx="101614" cy="153440"/>
            </a:xfrm>
            <a:custGeom>
              <a:rect b="b" l="l" r="r" t="t"/>
              <a:pathLst>
                <a:path extrusionOk="0" h="15880" w="10519">
                  <a:moveTo>
                    <a:pt x="670" y="9774"/>
                  </a:moveTo>
                  <a:cubicBezTo>
                    <a:pt x="1016" y="11796"/>
                    <a:pt x="1913" y="13828"/>
                    <a:pt x="3578" y="15007"/>
                  </a:cubicBezTo>
                  <a:cubicBezTo>
                    <a:pt x="5254" y="16185"/>
                    <a:pt x="7806" y="16240"/>
                    <a:pt x="9211" y="14747"/>
                  </a:cubicBezTo>
                  <a:cubicBezTo>
                    <a:pt x="10055" y="13850"/>
                    <a:pt x="10368" y="12585"/>
                    <a:pt x="10401" y="11353"/>
                  </a:cubicBezTo>
                  <a:cubicBezTo>
                    <a:pt x="10443" y="10131"/>
                    <a:pt x="10239" y="8909"/>
                    <a:pt x="10206" y="7687"/>
                  </a:cubicBezTo>
                  <a:cubicBezTo>
                    <a:pt x="10173" y="6541"/>
                    <a:pt x="10282" y="5406"/>
                    <a:pt x="10519" y="4281"/>
                  </a:cubicBezTo>
                  <a:cubicBezTo>
                    <a:pt x="6725" y="3817"/>
                    <a:pt x="3048" y="2314"/>
                    <a:pt x="0" y="0"/>
                  </a:cubicBezTo>
                  <a:cubicBezTo>
                    <a:pt x="291" y="1178"/>
                    <a:pt x="389" y="2422"/>
                    <a:pt x="421" y="3644"/>
                  </a:cubicBezTo>
                  <a:cubicBezTo>
                    <a:pt x="465" y="5687"/>
                    <a:pt x="335" y="7763"/>
                    <a:pt x="670" y="9774"/>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3" name="Google Shape;1333;p36"/>
            <p:cNvSpPr/>
            <p:nvPr/>
          </p:nvSpPr>
          <p:spPr>
            <a:xfrm>
              <a:off x="2371457" y="352177"/>
              <a:ext cx="29347" cy="1281740"/>
            </a:xfrm>
            <a:custGeom>
              <a:rect b="b" l="l" r="r" t="t"/>
              <a:pathLst>
                <a:path extrusionOk="0" h="132651" w="3038">
                  <a:moveTo>
                    <a:pt x="1514" y="0"/>
                  </a:moveTo>
                  <a:cubicBezTo>
                    <a:pt x="670" y="0"/>
                    <a:pt x="0" y="205"/>
                    <a:pt x="0" y="465"/>
                  </a:cubicBezTo>
                  <a:lnTo>
                    <a:pt x="0" y="132068"/>
                  </a:lnTo>
                  <a:cubicBezTo>
                    <a:pt x="876" y="132316"/>
                    <a:pt x="1904" y="132522"/>
                    <a:pt x="3039" y="132652"/>
                  </a:cubicBezTo>
                  <a:lnTo>
                    <a:pt x="3039" y="465"/>
                  </a:lnTo>
                  <a:cubicBezTo>
                    <a:pt x="3039" y="205"/>
                    <a:pt x="2358" y="0"/>
                    <a:pt x="1525"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4" name="Google Shape;1334;p36"/>
            <p:cNvSpPr/>
            <p:nvPr/>
          </p:nvSpPr>
          <p:spPr>
            <a:xfrm>
              <a:off x="2371457" y="352177"/>
              <a:ext cx="29347" cy="1281740"/>
            </a:xfrm>
            <a:custGeom>
              <a:rect b="b" l="l" r="r" t="t"/>
              <a:pathLst>
                <a:path extrusionOk="0" h="132651" w="3038">
                  <a:moveTo>
                    <a:pt x="1514" y="0"/>
                  </a:moveTo>
                  <a:cubicBezTo>
                    <a:pt x="670" y="0"/>
                    <a:pt x="0" y="205"/>
                    <a:pt x="0" y="465"/>
                  </a:cubicBezTo>
                  <a:lnTo>
                    <a:pt x="0" y="132068"/>
                  </a:lnTo>
                  <a:cubicBezTo>
                    <a:pt x="876" y="132316"/>
                    <a:pt x="1904" y="132522"/>
                    <a:pt x="3039" y="132652"/>
                  </a:cubicBezTo>
                  <a:lnTo>
                    <a:pt x="3039" y="465"/>
                  </a:lnTo>
                  <a:cubicBezTo>
                    <a:pt x="3039" y="205"/>
                    <a:pt x="2358" y="0"/>
                    <a:pt x="1525" y="0"/>
                  </a:cubicBezTo>
                  <a:close/>
                </a:path>
              </a:pathLst>
            </a:custGeom>
            <a:solidFill>
              <a:srgbClr val="BF2543">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35" name="Google Shape;1335;p36"/>
          <p:cNvGrpSpPr/>
          <p:nvPr/>
        </p:nvGrpSpPr>
        <p:grpSpPr>
          <a:xfrm flipH="1">
            <a:off x="620152" y="2083409"/>
            <a:ext cx="3235943" cy="3059930"/>
            <a:chOff x="407554" y="1163386"/>
            <a:chExt cx="1795452" cy="1697792"/>
          </a:xfrm>
        </p:grpSpPr>
        <p:grpSp>
          <p:nvGrpSpPr>
            <p:cNvPr id="1336" name="Google Shape;1336;p36"/>
            <p:cNvGrpSpPr/>
            <p:nvPr/>
          </p:nvGrpSpPr>
          <p:grpSpPr>
            <a:xfrm>
              <a:off x="407554" y="1163386"/>
              <a:ext cx="829483" cy="1410891"/>
              <a:chOff x="407554" y="1163386"/>
              <a:chExt cx="829483" cy="1410891"/>
            </a:xfrm>
          </p:grpSpPr>
          <p:sp>
            <p:nvSpPr>
              <p:cNvPr id="1337" name="Google Shape;1337;p36"/>
              <p:cNvSpPr/>
              <p:nvPr/>
            </p:nvSpPr>
            <p:spPr>
              <a:xfrm>
                <a:off x="407554" y="1231925"/>
                <a:ext cx="829483" cy="1342352"/>
              </a:xfrm>
              <a:custGeom>
                <a:rect b="b" l="l" r="r" t="t"/>
                <a:pathLst>
                  <a:path extrusionOk="0" h="596601" w="368659">
                    <a:moveTo>
                      <a:pt x="368659" y="596602"/>
                    </a:moveTo>
                    <a:cubicBezTo>
                      <a:pt x="308459" y="569940"/>
                      <a:pt x="252074" y="534239"/>
                      <a:pt x="201334" y="491769"/>
                    </a:cubicBezTo>
                    <a:cubicBezTo>
                      <a:pt x="175872" y="470621"/>
                      <a:pt x="152032" y="447516"/>
                      <a:pt x="129586" y="423146"/>
                    </a:cubicBezTo>
                    <a:cubicBezTo>
                      <a:pt x="107216" y="398690"/>
                      <a:pt x="86641" y="372633"/>
                      <a:pt x="67547" y="345484"/>
                    </a:cubicBezTo>
                    <a:cubicBezTo>
                      <a:pt x="48810" y="318097"/>
                      <a:pt x="32020" y="289046"/>
                      <a:pt x="19672" y="257897"/>
                    </a:cubicBezTo>
                    <a:cubicBezTo>
                      <a:pt x="7487" y="226780"/>
                      <a:pt x="-232" y="193458"/>
                      <a:pt x="5" y="159703"/>
                    </a:cubicBezTo>
                    <a:cubicBezTo>
                      <a:pt x="427" y="125959"/>
                      <a:pt x="9606" y="92507"/>
                      <a:pt x="26581" y="63639"/>
                    </a:cubicBezTo>
                    <a:cubicBezTo>
                      <a:pt x="35165" y="49281"/>
                      <a:pt x="45718" y="36069"/>
                      <a:pt x="58270" y="25105"/>
                    </a:cubicBezTo>
                    <a:cubicBezTo>
                      <a:pt x="64541" y="19634"/>
                      <a:pt x="71277" y="14704"/>
                      <a:pt x="78392" y="10466"/>
                    </a:cubicBezTo>
                    <a:cubicBezTo>
                      <a:pt x="85539" y="6260"/>
                      <a:pt x="93052" y="2746"/>
                      <a:pt x="100804" y="0"/>
                    </a:cubicBezTo>
                    <a:cubicBezTo>
                      <a:pt x="93291" y="3352"/>
                      <a:pt x="86123" y="7417"/>
                      <a:pt x="79430" y="12088"/>
                    </a:cubicBezTo>
                    <a:cubicBezTo>
                      <a:pt x="72715" y="16726"/>
                      <a:pt x="66433" y="21970"/>
                      <a:pt x="60682" y="27700"/>
                    </a:cubicBezTo>
                    <a:cubicBezTo>
                      <a:pt x="49156" y="39150"/>
                      <a:pt x="39555" y="52416"/>
                      <a:pt x="32051" y="66720"/>
                    </a:cubicBezTo>
                    <a:cubicBezTo>
                      <a:pt x="24473" y="80981"/>
                      <a:pt x="18850" y="96248"/>
                      <a:pt x="15196" y="111914"/>
                    </a:cubicBezTo>
                    <a:cubicBezTo>
                      <a:pt x="11552" y="127581"/>
                      <a:pt x="9671" y="143658"/>
                      <a:pt x="9984" y="159670"/>
                    </a:cubicBezTo>
                    <a:cubicBezTo>
                      <a:pt x="10514" y="175683"/>
                      <a:pt x="12558" y="191717"/>
                      <a:pt x="16126" y="207394"/>
                    </a:cubicBezTo>
                    <a:cubicBezTo>
                      <a:pt x="19694" y="223082"/>
                      <a:pt x="24753" y="238446"/>
                      <a:pt x="30906" y="253367"/>
                    </a:cubicBezTo>
                    <a:cubicBezTo>
                      <a:pt x="43145" y="283272"/>
                      <a:pt x="59525" y="311491"/>
                      <a:pt x="78068" y="338229"/>
                    </a:cubicBezTo>
                    <a:lnTo>
                      <a:pt x="85052" y="348241"/>
                    </a:lnTo>
                    <a:cubicBezTo>
                      <a:pt x="87398" y="351560"/>
                      <a:pt x="89874" y="354815"/>
                      <a:pt x="92285" y="358102"/>
                    </a:cubicBezTo>
                    <a:lnTo>
                      <a:pt x="99551" y="367940"/>
                    </a:lnTo>
                    <a:lnTo>
                      <a:pt x="107097" y="377563"/>
                    </a:lnTo>
                    <a:lnTo>
                      <a:pt x="114666" y="387164"/>
                    </a:lnTo>
                    <a:lnTo>
                      <a:pt x="122526" y="396538"/>
                    </a:lnTo>
                    <a:cubicBezTo>
                      <a:pt x="125153" y="399652"/>
                      <a:pt x="127749" y="402798"/>
                      <a:pt x="130408" y="405890"/>
                    </a:cubicBezTo>
                    <a:lnTo>
                      <a:pt x="138517" y="415048"/>
                    </a:lnTo>
                    <a:cubicBezTo>
                      <a:pt x="160108" y="439515"/>
                      <a:pt x="183408" y="462458"/>
                      <a:pt x="207778" y="484223"/>
                    </a:cubicBezTo>
                    <a:cubicBezTo>
                      <a:pt x="256691" y="527578"/>
                      <a:pt x="310783" y="565193"/>
                      <a:pt x="368616" y="596602"/>
                    </a:cubicBezTo>
                    <a:close/>
                  </a:path>
                </a:pathLst>
              </a:custGeom>
              <a:solidFill>
                <a:srgbClr val="FFFFFF">
                  <a:alpha val="5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338" name="Google Shape;1338;p36"/>
              <p:cNvGrpSpPr/>
              <p:nvPr/>
            </p:nvGrpSpPr>
            <p:grpSpPr>
              <a:xfrm>
                <a:off x="671743" y="1163386"/>
                <a:ext cx="98545" cy="63385"/>
                <a:chOff x="671743" y="1163386"/>
                <a:chExt cx="98545" cy="63385"/>
              </a:xfrm>
            </p:grpSpPr>
            <p:sp>
              <p:nvSpPr>
                <p:cNvPr id="1339" name="Google Shape;1339;p36"/>
                <p:cNvSpPr/>
                <p:nvPr/>
              </p:nvSpPr>
              <p:spPr>
                <a:xfrm>
                  <a:off x="671743" y="1181124"/>
                  <a:ext cx="68198" cy="45184"/>
                </a:xfrm>
                <a:custGeom>
                  <a:rect b="b" l="l" r="r" t="t"/>
                  <a:pathLst>
                    <a:path extrusionOk="0" h="20082" w="30310">
                      <a:moveTo>
                        <a:pt x="29946" y="3916"/>
                      </a:moveTo>
                      <a:cubicBezTo>
                        <a:pt x="31762" y="8306"/>
                        <a:pt x="26616" y="14609"/>
                        <a:pt x="18453" y="17993"/>
                      </a:cubicBezTo>
                      <a:cubicBezTo>
                        <a:pt x="10279" y="21378"/>
                        <a:pt x="2192" y="20567"/>
                        <a:pt x="365" y="16166"/>
                      </a:cubicBezTo>
                      <a:cubicBezTo>
                        <a:pt x="-1452" y="11777"/>
                        <a:pt x="3695" y="5473"/>
                        <a:pt x="11858" y="2089"/>
                      </a:cubicBezTo>
                      <a:cubicBezTo>
                        <a:pt x="20032" y="-1295"/>
                        <a:pt x="28119" y="-484"/>
                        <a:pt x="29946" y="3916"/>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0" name="Google Shape;1340;p36"/>
                <p:cNvSpPr/>
                <p:nvPr/>
              </p:nvSpPr>
              <p:spPr>
                <a:xfrm>
                  <a:off x="683498" y="1176257"/>
                  <a:ext cx="68198" cy="45184"/>
                </a:xfrm>
                <a:custGeom>
                  <a:rect b="b" l="l" r="r" t="t"/>
                  <a:pathLst>
                    <a:path extrusionOk="0" h="20082" w="30310">
                      <a:moveTo>
                        <a:pt x="29946" y="3916"/>
                      </a:moveTo>
                      <a:cubicBezTo>
                        <a:pt x="31762" y="8306"/>
                        <a:pt x="26616" y="14609"/>
                        <a:pt x="18452" y="17993"/>
                      </a:cubicBezTo>
                      <a:cubicBezTo>
                        <a:pt x="10279" y="21378"/>
                        <a:pt x="2192" y="20567"/>
                        <a:pt x="365" y="16166"/>
                      </a:cubicBezTo>
                      <a:cubicBezTo>
                        <a:pt x="-1452" y="11777"/>
                        <a:pt x="3695" y="5473"/>
                        <a:pt x="11858" y="2089"/>
                      </a:cubicBezTo>
                      <a:cubicBezTo>
                        <a:pt x="20032" y="-1295"/>
                        <a:pt x="28119" y="-484"/>
                        <a:pt x="29946" y="3916"/>
                      </a:cubicBezTo>
                      <a:close/>
                    </a:path>
                  </a:pathLst>
                </a:custGeom>
                <a:solidFill>
                  <a:srgbClr val="FFFFFF">
                    <a:alpha val="5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1" name="Google Shape;1341;p36"/>
                <p:cNvSpPr/>
                <p:nvPr/>
              </p:nvSpPr>
              <p:spPr>
                <a:xfrm rot="-1346335">
                  <a:off x="693465" y="1175688"/>
                  <a:ext cx="72153" cy="38780"/>
                </a:xfrm>
                <a:custGeom>
                  <a:rect b="b" l="l" r="r" t="t"/>
                  <a:pathLst>
                    <a:path extrusionOk="0" h="17212" w="32024">
                      <a:moveTo>
                        <a:pt x="32025" y="8607"/>
                      </a:moveTo>
                      <a:cubicBezTo>
                        <a:pt x="32025" y="13360"/>
                        <a:pt x="24855" y="17213"/>
                        <a:pt x="16013" y="17213"/>
                      </a:cubicBezTo>
                      <a:cubicBezTo>
                        <a:pt x="7169" y="17213"/>
                        <a:pt x="1" y="13360"/>
                        <a:pt x="1" y="8607"/>
                      </a:cubicBezTo>
                      <a:cubicBezTo>
                        <a:pt x="1" y="3853"/>
                        <a:pt x="7170" y="0"/>
                        <a:pt x="16013" y="0"/>
                      </a:cubicBezTo>
                      <a:cubicBezTo>
                        <a:pt x="24856" y="0"/>
                        <a:pt x="32025" y="3853"/>
                        <a:pt x="32025" y="860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342" name="Google Shape;1342;p36"/>
            <p:cNvSpPr/>
            <p:nvPr/>
          </p:nvSpPr>
          <p:spPr>
            <a:xfrm>
              <a:off x="1593849" y="1312218"/>
              <a:ext cx="269174" cy="198214"/>
            </a:xfrm>
            <a:custGeom>
              <a:rect b="b" l="l" r="r" t="t"/>
              <a:pathLst>
                <a:path extrusionOk="0" h="88095" w="119633">
                  <a:moveTo>
                    <a:pt x="0" y="78787"/>
                  </a:moveTo>
                  <a:lnTo>
                    <a:pt x="112195" y="0"/>
                  </a:lnTo>
                  <a:cubicBezTo>
                    <a:pt x="115817" y="1546"/>
                    <a:pt x="118661" y="4855"/>
                    <a:pt x="119633" y="8671"/>
                  </a:cubicBezTo>
                  <a:lnTo>
                    <a:pt x="6530" y="88095"/>
                  </a:lnTo>
                  <a:lnTo>
                    <a:pt x="0" y="78787"/>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3" name="Google Shape;1343;p36"/>
            <p:cNvSpPr/>
            <p:nvPr/>
          </p:nvSpPr>
          <p:spPr>
            <a:xfrm>
              <a:off x="1312810" y="1635685"/>
              <a:ext cx="50306" cy="76306"/>
            </a:xfrm>
            <a:custGeom>
              <a:rect b="b" l="l" r="r" t="t"/>
              <a:pathLst>
                <a:path extrusionOk="0" h="33914" w="22358">
                  <a:moveTo>
                    <a:pt x="0" y="5751"/>
                  </a:moveTo>
                  <a:cubicBezTo>
                    <a:pt x="87" y="7686"/>
                    <a:pt x="866" y="9513"/>
                    <a:pt x="1655" y="11276"/>
                  </a:cubicBezTo>
                  <a:cubicBezTo>
                    <a:pt x="5277" y="19428"/>
                    <a:pt x="9515" y="27840"/>
                    <a:pt x="16921" y="32824"/>
                  </a:cubicBezTo>
                  <a:cubicBezTo>
                    <a:pt x="18035" y="33570"/>
                    <a:pt x="19440" y="34262"/>
                    <a:pt x="20684" y="33722"/>
                  </a:cubicBezTo>
                  <a:cubicBezTo>
                    <a:pt x="22294" y="33029"/>
                    <a:pt x="22478" y="30835"/>
                    <a:pt x="22306" y="29094"/>
                  </a:cubicBezTo>
                  <a:cubicBezTo>
                    <a:pt x="21483" y="20844"/>
                    <a:pt x="18099" y="13038"/>
                    <a:pt x="12889" y="6616"/>
                  </a:cubicBezTo>
                  <a:cubicBezTo>
                    <a:pt x="11255" y="4605"/>
                    <a:pt x="9353" y="1026"/>
                    <a:pt x="6715" y="237"/>
                  </a:cubicBezTo>
                  <a:cubicBezTo>
                    <a:pt x="3017" y="-877"/>
                    <a:pt x="-151" y="2097"/>
                    <a:pt x="12" y="5751"/>
                  </a:cubicBezTo>
                  <a:close/>
                </a:path>
              </a:pathLst>
            </a:custGeom>
            <a:solidFill>
              <a:srgbClr val="CD817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4" name="Google Shape;1344;p36"/>
            <p:cNvSpPr/>
            <p:nvPr/>
          </p:nvSpPr>
          <p:spPr>
            <a:xfrm>
              <a:off x="1528977" y="1578282"/>
              <a:ext cx="22381" cy="81241"/>
            </a:xfrm>
            <a:custGeom>
              <a:rect b="b" l="l" r="r" t="t"/>
              <a:pathLst>
                <a:path extrusionOk="0" h="36107" w="9947">
                  <a:moveTo>
                    <a:pt x="8178" y="5270"/>
                  </a:moveTo>
                  <a:cubicBezTo>
                    <a:pt x="11032" y="14633"/>
                    <a:pt x="10416" y="25002"/>
                    <a:pt x="6458" y="33954"/>
                  </a:cubicBezTo>
                  <a:cubicBezTo>
                    <a:pt x="5940" y="35143"/>
                    <a:pt x="4816" y="36527"/>
                    <a:pt x="3637" y="35987"/>
                  </a:cubicBezTo>
                  <a:cubicBezTo>
                    <a:pt x="2945" y="35673"/>
                    <a:pt x="2686" y="34841"/>
                    <a:pt x="2513" y="34106"/>
                  </a:cubicBezTo>
                  <a:cubicBezTo>
                    <a:pt x="448" y="25413"/>
                    <a:pt x="-256" y="16547"/>
                    <a:pt x="80" y="7638"/>
                  </a:cubicBezTo>
                  <a:cubicBezTo>
                    <a:pt x="156" y="5540"/>
                    <a:pt x="-547" y="2026"/>
                    <a:pt x="1475" y="653"/>
                  </a:cubicBezTo>
                  <a:cubicBezTo>
                    <a:pt x="4869" y="-1639"/>
                    <a:pt x="7378" y="2632"/>
                    <a:pt x="8189" y="5270"/>
                  </a:cubicBezTo>
                  <a:close/>
                </a:path>
              </a:pathLst>
            </a:custGeom>
            <a:solidFill>
              <a:srgbClr val="CD817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5" name="Google Shape;1345;p36"/>
            <p:cNvSpPr/>
            <p:nvPr/>
          </p:nvSpPr>
          <p:spPr>
            <a:xfrm>
              <a:off x="1328048" y="1568386"/>
              <a:ext cx="253580" cy="235265"/>
            </a:xfrm>
            <a:custGeom>
              <a:rect b="b" l="l" r="r" t="t"/>
              <a:pathLst>
                <a:path extrusionOk="0" h="104562" w="112702">
                  <a:moveTo>
                    <a:pt x="112703" y="84052"/>
                  </a:moveTo>
                  <a:cubicBezTo>
                    <a:pt x="101393" y="56038"/>
                    <a:pt x="90084" y="28014"/>
                    <a:pt x="78775" y="0"/>
                  </a:cubicBezTo>
                  <a:cubicBezTo>
                    <a:pt x="52156" y="4552"/>
                    <a:pt x="26619" y="8736"/>
                    <a:pt x="0" y="13288"/>
                  </a:cubicBezTo>
                  <a:cubicBezTo>
                    <a:pt x="2357" y="38426"/>
                    <a:pt x="11677" y="63401"/>
                    <a:pt x="27061" y="83425"/>
                  </a:cubicBezTo>
                  <a:lnTo>
                    <a:pt x="32013" y="104562"/>
                  </a:lnTo>
                  <a:lnTo>
                    <a:pt x="112703" y="84052"/>
                  </a:lnTo>
                  <a:close/>
                </a:path>
              </a:pathLst>
            </a:custGeom>
            <a:solidFill>
              <a:srgbClr val="EBAE9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6" name="Google Shape;1346;p36"/>
            <p:cNvSpPr/>
            <p:nvPr/>
          </p:nvSpPr>
          <p:spPr>
            <a:xfrm>
              <a:off x="1317582" y="1563046"/>
              <a:ext cx="219352" cy="144947"/>
            </a:xfrm>
            <a:custGeom>
              <a:rect b="b" l="l" r="r" t="t"/>
              <a:pathLst>
                <a:path extrusionOk="0" h="64421" w="97490">
                  <a:moveTo>
                    <a:pt x="94463" y="739"/>
                  </a:moveTo>
                  <a:cubicBezTo>
                    <a:pt x="98874" y="15184"/>
                    <a:pt x="98453" y="31055"/>
                    <a:pt x="93274" y="45230"/>
                  </a:cubicBezTo>
                  <a:cubicBezTo>
                    <a:pt x="93004" y="43997"/>
                    <a:pt x="92539" y="42732"/>
                    <a:pt x="92269" y="41500"/>
                  </a:cubicBezTo>
                  <a:cubicBezTo>
                    <a:pt x="89457" y="50020"/>
                    <a:pt x="83435" y="57945"/>
                    <a:pt x="76602" y="63751"/>
                  </a:cubicBezTo>
                  <a:cubicBezTo>
                    <a:pt x="68698" y="63318"/>
                    <a:pt x="61130" y="62475"/>
                    <a:pt x="53507" y="60367"/>
                  </a:cubicBezTo>
                  <a:cubicBezTo>
                    <a:pt x="54297" y="62172"/>
                    <a:pt x="55713" y="63502"/>
                    <a:pt x="57465" y="64421"/>
                  </a:cubicBezTo>
                  <a:cubicBezTo>
                    <a:pt x="34619" y="59404"/>
                    <a:pt x="15179" y="47262"/>
                    <a:pt x="0" y="29466"/>
                  </a:cubicBezTo>
                  <a:cubicBezTo>
                    <a:pt x="13287" y="14967"/>
                    <a:pt x="31819" y="4523"/>
                    <a:pt x="51378" y="2469"/>
                  </a:cubicBezTo>
                  <a:cubicBezTo>
                    <a:pt x="64730" y="1074"/>
                    <a:pt x="81175" y="-1175"/>
                    <a:pt x="94474" y="739"/>
                  </a:cubicBezTo>
                  <a:close/>
                </a:path>
              </a:pathLst>
            </a:custGeom>
            <a:solidFill>
              <a:srgbClr val="5C3F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7" name="Google Shape;1347;p36"/>
            <p:cNvSpPr/>
            <p:nvPr/>
          </p:nvSpPr>
          <p:spPr>
            <a:xfrm>
              <a:off x="1330985" y="1453351"/>
              <a:ext cx="198513" cy="125629"/>
            </a:xfrm>
            <a:custGeom>
              <a:rect b="b" l="l" r="r" t="t"/>
              <a:pathLst>
                <a:path extrusionOk="0" h="55835" w="88228">
                  <a:moveTo>
                    <a:pt x="41413" y="55620"/>
                  </a:moveTo>
                  <a:cubicBezTo>
                    <a:pt x="33314" y="54982"/>
                    <a:pt x="25184" y="53025"/>
                    <a:pt x="18264" y="48776"/>
                  </a:cubicBezTo>
                  <a:cubicBezTo>
                    <a:pt x="6641" y="41651"/>
                    <a:pt x="-354" y="27909"/>
                    <a:pt x="14" y="14351"/>
                  </a:cubicBezTo>
                  <a:cubicBezTo>
                    <a:pt x="3647" y="10880"/>
                    <a:pt x="7917" y="7983"/>
                    <a:pt x="12772" y="5917"/>
                  </a:cubicBezTo>
                  <a:cubicBezTo>
                    <a:pt x="16188" y="4458"/>
                    <a:pt x="19713" y="3258"/>
                    <a:pt x="23313" y="2328"/>
                  </a:cubicBezTo>
                  <a:cubicBezTo>
                    <a:pt x="28730" y="922"/>
                    <a:pt x="34363" y="166"/>
                    <a:pt x="40028" y="14"/>
                  </a:cubicBezTo>
                  <a:cubicBezTo>
                    <a:pt x="59015" y="-472"/>
                    <a:pt x="76075" y="11626"/>
                    <a:pt x="82736" y="29412"/>
                  </a:cubicBezTo>
                  <a:cubicBezTo>
                    <a:pt x="84574" y="34320"/>
                    <a:pt x="86401" y="39294"/>
                    <a:pt x="88228" y="44246"/>
                  </a:cubicBezTo>
                  <a:cubicBezTo>
                    <a:pt x="74281" y="52722"/>
                    <a:pt x="57707" y="56885"/>
                    <a:pt x="41423" y="5560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8" name="Google Shape;1348;p36"/>
            <p:cNvSpPr/>
            <p:nvPr/>
          </p:nvSpPr>
          <p:spPr>
            <a:xfrm>
              <a:off x="1300031" y="1485657"/>
              <a:ext cx="235849" cy="150518"/>
            </a:xfrm>
            <a:custGeom>
              <a:rect b="b" l="l" r="r" t="t"/>
              <a:pathLst>
                <a:path extrusionOk="0" h="66897" w="104822">
                  <a:moveTo>
                    <a:pt x="13765" y="0"/>
                  </a:moveTo>
                  <a:cubicBezTo>
                    <a:pt x="13398" y="13558"/>
                    <a:pt x="20393" y="27300"/>
                    <a:pt x="32015" y="34425"/>
                  </a:cubicBezTo>
                  <a:cubicBezTo>
                    <a:pt x="38935" y="38674"/>
                    <a:pt x="47066" y="40631"/>
                    <a:pt x="55164" y="41269"/>
                  </a:cubicBezTo>
                  <a:cubicBezTo>
                    <a:pt x="71446" y="42545"/>
                    <a:pt x="88021" y="38371"/>
                    <a:pt x="101969" y="29906"/>
                  </a:cubicBezTo>
                  <a:cubicBezTo>
                    <a:pt x="102920" y="32479"/>
                    <a:pt x="103882" y="35009"/>
                    <a:pt x="104823" y="37615"/>
                  </a:cubicBezTo>
                  <a:cubicBezTo>
                    <a:pt x="94076" y="51908"/>
                    <a:pt x="77112" y="60601"/>
                    <a:pt x="59619" y="64309"/>
                  </a:cubicBezTo>
                  <a:cubicBezTo>
                    <a:pt x="42125" y="68018"/>
                    <a:pt x="23993" y="67164"/>
                    <a:pt x="6197" y="65326"/>
                  </a:cubicBezTo>
                  <a:cubicBezTo>
                    <a:pt x="5192" y="58493"/>
                    <a:pt x="3418" y="51443"/>
                    <a:pt x="1537" y="44351"/>
                  </a:cubicBezTo>
                  <a:cubicBezTo>
                    <a:pt x="-2777" y="28122"/>
                    <a:pt x="2207" y="11061"/>
                    <a:pt x="13765" y="22"/>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9" name="Google Shape;1349;p36"/>
            <p:cNvSpPr/>
            <p:nvPr/>
          </p:nvSpPr>
          <p:spPr>
            <a:xfrm>
              <a:off x="1360281" y="1457145"/>
              <a:ext cx="20533" cy="10336"/>
            </a:xfrm>
            <a:custGeom>
              <a:rect b="b" l="l" r="r" t="t"/>
              <a:pathLst>
                <a:path extrusionOk="0" h="4594" w="9126">
                  <a:moveTo>
                    <a:pt x="38" y="3779"/>
                  </a:moveTo>
                  <a:cubicBezTo>
                    <a:pt x="352" y="4751"/>
                    <a:pt x="2634" y="4871"/>
                    <a:pt x="5142" y="4049"/>
                  </a:cubicBezTo>
                  <a:cubicBezTo>
                    <a:pt x="7639" y="3227"/>
                    <a:pt x="9413" y="1789"/>
                    <a:pt x="9088" y="816"/>
                  </a:cubicBezTo>
                  <a:cubicBezTo>
                    <a:pt x="8774" y="-157"/>
                    <a:pt x="6494" y="-276"/>
                    <a:pt x="3985" y="546"/>
                  </a:cubicBezTo>
                  <a:cubicBezTo>
                    <a:pt x="1488" y="1367"/>
                    <a:pt x="-286" y="2806"/>
                    <a:pt x="38" y="377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0" name="Google Shape;1350;p36"/>
            <p:cNvSpPr/>
            <p:nvPr/>
          </p:nvSpPr>
          <p:spPr>
            <a:xfrm>
              <a:off x="1515112" y="1489601"/>
              <a:ext cx="30091" cy="27853"/>
            </a:xfrm>
            <a:custGeom>
              <a:rect b="b" l="l" r="r" t="t"/>
              <a:pathLst>
                <a:path extrusionOk="0" h="12379" w="13374">
                  <a:moveTo>
                    <a:pt x="0" y="0"/>
                  </a:moveTo>
                  <a:cubicBezTo>
                    <a:pt x="3190" y="4325"/>
                    <a:pt x="6639" y="8433"/>
                    <a:pt x="10283" y="12380"/>
                  </a:cubicBezTo>
                  <a:cubicBezTo>
                    <a:pt x="11321" y="11536"/>
                    <a:pt x="12347" y="10682"/>
                    <a:pt x="13374" y="9817"/>
                  </a:cubicBezTo>
                  <a:cubicBezTo>
                    <a:pt x="8758" y="6638"/>
                    <a:pt x="3525" y="3838"/>
                    <a:pt x="0" y="0"/>
                  </a:cubicBezTo>
                  <a:close/>
                </a:path>
              </a:pathLst>
            </a:cu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1" name="Google Shape;1351;p36"/>
            <p:cNvSpPr/>
            <p:nvPr/>
          </p:nvSpPr>
          <p:spPr>
            <a:xfrm>
              <a:off x="1538260" y="1442821"/>
              <a:ext cx="132043" cy="107863"/>
            </a:xfrm>
            <a:custGeom>
              <a:rect b="b" l="l" r="r" t="t"/>
              <a:pathLst>
                <a:path extrusionOk="0" h="47939" w="58686">
                  <a:moveTo>
                    <a:pt x="6984" y="40264"/>
                  </a:moveTo>
                  <a:cubicBezTo>
                    <a:pt x="19569" y="35798"/>
                    <a:pt x="34512" y="38869"/>
                    <a:pt x="44317" y="47940"/>
                  </a:cubicBezTo>
                  <a:cubicBezTo>
                    <a:pt x="43463" y="44015"/>
                    <a:pt x="41463" y="40393"/>
                    <a:pt x="38836" y="37355"/>
                  </a:cubicBezTo>
                  <a:cubicBezTo>
                    <a:pt x="47118" y="33917"/>
                    <a:pt x="54135" y="27570"/>
                    <a:pt x="58686" y="19818"/>
                  </a:cubicBezTo>
                  <a:cubicBezTo>
                    <a:pt x="50146" y="12855"/>
                    <a:pt x="41323" y="6238"/>
                    <a:pt x="32230" y="0"/>
                  </a:cubicBezTo>
                  <a:cubicBezTo>
                    <a:pt x="24057" y="11353"/>
                    <a:pt x="13926" y="21526"/>
                    <a:pt x="3092" y="30608"/>
                  </a:cubicBezTo>
                  <a:cubicBezTo>
                    <a:pt x="5200" y="32057"/>
                    <a:pt x="7189" y="33592"/>
                    <a:pt x="8801" y="35344"/>
                  </a:cubicBezTo>
                  <a:cubicBezTo>
                    <a:pt x="7189" y="33592"/>
                    <a:pt x="5200" y="32068"/>
                    <a:pt x="3092" y="30608"/>
                  </a:cubicBezTo>
                  <a:cubicBezTo>
                    <a:pt x="2064" y="31473"/>
                    <a:pt x="1038" y="32328"/>
                    <a:pt x="0" y="33171"/>
                  </a:cubicBezTo>
                  <a:cubicBezTo>
                    <a:pt x="2260" y="35614"/>
                    <a:pt x="4573" y="37993"/>
                    <a:pt x="6984" y="40274"/>
                  </a:cubicBezTo>
                  <a:close/>
                </a:path>
              </a:pathLst>
            </a:custGeom>
            <a:solidFill>
              <a:srgbClr val="CD817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2" name="Google Shape;1352;p36"/>
            <p:cNvSpPr/>
            <p:nvPr/>
          </p:nvSpPr>
          <p:spPr>
            <a:xfrm>
              <a:off x="1491823" y="1487411"/>
              <a:ext cx="347191" cy="222370"/>
            </a:xfrm>
            <a:custGeom>
              <a:rect b="b" l="l" r="r" t="t"/>
              <a:pathLst>
                <a:path extrusionOk="0" h="98831" w="154307">
                  <a:moveTo>
                    <a:pt x="119082" y="37139"/>
                  </a:moveTo>
                  <a:cubicBezTo>
                    <a:pt x="106681" y="23884"/>
                    <a:pt x="93383" y="11472"/>
                    <a:pt x="79316" y="0"/>
                  </a:cubicBezTo>
                  <a:cubicBezTo>
                    <a:pt x="74764" y="7752"/>
                    <a:pt x="67758" y="14099"/>
                    <a:pt x="59466" y="17537"/>
                  </a:cubicBezTo>
                  <a:cubicBezTo>
                    <a:pt x="62093" y="20575"/>
                    <a:pt x="64092" y="24197"/>
                    <a:pt x="64946" y="28122"/>
                  </a:cubicBezTo>
                  <a:cubicBezTo>
                    <a:pt x="55141" y="19062"/>
                    <a:pt x="40198" y="15991"/>
                    <a:pt x="27614" y="20446"/>
                  </a:cubicBezTo>
                  <a:cubicBezTo>
                    <a:pt x="25202" y="18164"/>
                    <a:pt x="22889" y="15775"/>
                    <a:pt x="20629" y="13342"/>
                  </a:cubicBezTo>
                  <a:cubicBezTo>
                    <a:pt x="18661" y="14931"/>
                    <a:pt x="16682" y="16499"/>
                    <a:pt x="14683" y="18024"/>
                  </a:cubicBezTo>
                  <a:cubicBezTo>
                    <a:pt x="13222" y="16640"/>
                    <a:pt x="11893" y="15439"/>
                    <a:pt x="10163" y="14423"/>
                  </a:cubicBezTo>
                  <a:cubicBezTo>
                    <a:pt x="8433" y="13407"/>
                    <a:pt x="6390" y="12791"/>
                    <a:pt x="4400" y="13093"/>
                  </a:cubicBezTo>
                  <a:cubicBezTo>
                    <a:pt x="2411" y="13396"/>
                    <a:pt x="529" y="14780"/>
                    <a:pt x="0" y="16715"/>
                  </a:cubicBezTo>
                  <a:cubicBezTo>
                    <a:pt x="7633" y="25397"/>
                    <a:pt x="18531" y="32825"/>
                    <a:pt x="29636" y="36015"/>
                  </a:cubicBezTo>
                  <a:cubicBezTo>
                    <a:pt x="40750" y="39204"/>
                    <a:pt x="52773" y="39128"/>
                    <a:pt x="63844" y="35809"/>
                  </a:cubicBezTo>
                  <a:cubicBezTo>
                    <a:pt x="79348" y="51422"/>
                    <a:pt x="93490" y="70807"/>
                    <a:pt x="101350" y="91350"/>
                  </a:cubicBezTo>
                  <a:cubicBezTo>
                    <a:pt x="98583" y="93945"/>
                    <a:pt x="95717" y="96421"/>
                    <a:pt x="92809" y="98832"/>
                  </a:cubicBezTo>
                  <a:cubicBezTo>
                    <a:pt x="113092" y="95102"/>
                    <a:pt x="133689" y="93037"/>
                    <a:pt x="154307" y="92712"/>
                  </a:cubicBezTo>
                  <a:cubicBezTo>
                    <a:pt x="148382" y="71607"/>
                    <a:pt x="134198" y="53292"/>
                    <a:pt x="119072" y="37117"/>
                  </a:cubicBezTo>
                  <a:close/>
                </a:path>
              </a:pathLst>
            </a:custGeom>
            <a:solidFill>
              <a:srgbClr val="EBAE9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3" name="Google Shape;1353;p36"/>
            <p:cNvSpPr/>
            <p:nvPr/>
          </p:nvSpPr>
          <p:spPr>
            <a:xfrm>
              <a:off x="1618673" y="1696164"/>
              <a:ext cx="224633" cy="68917"/>
            </a:xfrm>
            <a:custGeom>
              <a:rect b="b" l="l" r="r" t="t"/>
              <a:pathLst>
                <a:path extrusionOk="0" h="30630" w="99837">
                  <a:moveTo>
                    <a:pt x="36457" y="6109"/>
                  </a:moveTo>
                  <a:cubicBezTo>
                    <a:pt x="25256" y="15353"/>
                    <a:pt x="13039" y="23213"/>
                    <a:pt x="0" y="29776"/>
                  </a:cubicBezTo>
                  <a:cubicBezTo>
                    <a:pt x="27170" y="32252"/>
                    <a:pt x="57811" y="29419"/>
                    <a:pt x="83543" y="20359"/>
                  </a:cubicBezTo>
                  <a:cubicBezTo>
                    <a:pt x="89306" y="18326"/>
                    <a:pt x="96247" y="13169"/>
                    <a:pt x="99837" y="8239"/>
                  </a:cubicBezTo>
                  <a:cubicBezTo>
                    <a:pt x="99361" y="5438"/>
                    <a:pt x="98723" y="2703"/>
                    <a:pt x="97966" y="0"/>
                  </a:cubicBezTo>
                  <a:cubicBezTo>
                    <a:pt x="77337" y="324"/>
                    <a:pt x="56751" y="2379"/>
                    <a:pt x="36468" y="6120"/>
                  </a:cubicBezTo>
                  <a:close/>
                </a:path>
              </a:pathLst>
            </a:custGeom>
            <a:solidFill>
              <a:srgbClr val="CD817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4" name="Google Shape;1354;p36"/>
            <p:cNvSpPr/>
            <p:nvPr/>
          </p:nvSpPr>
          <p:spPr>
            <a:xfrm>
              <a:off x="1843950" y="1734473"/>
              <a:ext cx="99155" cy="138638"/>
            </a:xfrm>
            <a:custGeom>
              <a:rect b="b" l="l" r="r" t="t"/>
              <a:pathLst>
                <a:path extrusionOk="0" h="61617" w="44069">
                  <a:moveTo>
                    <a:pt x="0" y="5136"/>
                  </a:moveTo>
                  <a:lnTo>
                    <a:pt x="20726" y="61617"/>
                  </a:lnTo>
                  <a:lnTo>
                    <a:pt x="44069" y="53216"/>
                  </a:lnTo>
                  <a:cubicBezTo>
                    <a:pt x="40004" y="33647"/>
                    <a:pt x="30944" y="15115"/>
                    <a:pt x="17850" y="0"/>
                  </a:cubicBezTo>
                  <a:lnTo>
                    <a:pt x="0" y="5136"/>
                  </a:lnTo>
                  <a:close/>
                </a:path>
              </a:pathLst>
            </a:custGeom>
            <a:solidFill>
              <a:srgbClr val="CD817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5" name="Google Shape;1355;p36"/>
            <p:cNvSpPr/>
            <p:nvPr/>
          </p:nvSpPr>
          <p:spPr>
            <a:xfrm>
              <a:off x="1629335" y="1365083"/>
              <a:ext cx="496100" cy="488918"/>
            </a:xfrm>
            <a:custGeom>
              <a:rect b="b" l="l" r="r" t="t"/>
              <a:pathLst>
                <a:path extrusionOk="0" h="217297" w="220489">
                  <a:moveTo>
                    <a:pt x="203566" y="126024"/>
                  </a:moveTo>
                  <a:lnTo>
                    <a:pt x="77727" y="34501"/>
                  </a:lnTo>
                  <a:lnTo>
                    <a:pt x="63520" y="13526"/>
                  </a:lnTo>
                  <a:cubicBezTo>
                    <a:pt x="56470" y="3114"/>
                    <a:pt x="43788" y="-1968"/>
                    <a:pt x="31495" y="703"/>
                  </a:cubicBezTo>
                  <a:lnTo>
                    <a:pt x="8260" y="5752"/>
                  </a:lnTo>
                  <a:cubicBezTo>
                    <a:pt x="3438" y="6801"/>
                    <a:pt x="0" y="11071"/>
                    <a:pt x="0" y="16002"/>
                  </a:cubicBezTo>
                  <a:lnTo>
                    <a:pt x="0" y="27992"/>
                  </a:lnTo>
                  <a:cubicBezTo>
                    <a:pt x="0" y="31484"/>
                    <a:pt x="1416" y="34814"/>
                    <a:pt x="3935" y="37236"/>
                  </a:cubicBezTo>
                  <a:lnTo>
                    <a:pt x="13990" y="46924"/>
                  </a:lnTo>
                  <a:lnTo>
                    <a:pt x="12671" y="49800"/>
                  </a:lnTo>
                  <a:cubicBezTo>
                    <a:pt x="10617" y="54265"/>
                    <a:pt x="13893" y="59358"/>
                    <a:pt x="18802" y="59358"/>
                  </a:cubicBezTo>
                  <a:lnTo>
                    <a:pt x="54924" y="59358"/>
                  </a:lnTo>
                  <a:lnTo>
                    <a:pt x="149993" y="153486"/>
                  </a:lnTo>
                  <a:lnTo>
                    <a:pt x="113189" y="164082"/>
                  </a:lnTo>
                  <a:cubicBezTo>
                    <a:pt x="126283" y="179197"/>
                    <a:pt x="135343" y="197728"/>
                    <a:pt x="139408" y="217298"/>
                  </a:cubicBezTo>
                  <a:lnTo>
                    <a:pt x="193306" y="197912"/>
                  </a:lnTo>
                  <a:cubicBezTo>
                    <a:pt x="206237" y="193263"/>
                    <a:pt x="215989" y="182451"/>
                    <a:pt x="219287" y="169109"/>
                  </a:cubicBezTo>
                  <a:cubicBezTo>
                    <a:pt x="223298" y="152881"/>
                    <a:pt x="217081" y="135841"/>
                    <a:pt x="203566" y="126013"/>
                  </a:cubicBezTo>
                  <a:close/>
                </a:path>
              </a:pathLst>
            </a:custGeom>
            <a:solidFill>
              <a:srgbClr val="EBAE9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6" name="Google Shape;1356;p36"/>
            <p:cNvSpPr/>
            <p:nvPr/>
          </p:nvSpPr>
          <p:spPr>
            <a:xfrm>
              <a:off x="1606333" y="2631826"/>
              <a:ext cx="113434" cy="229351"/>
            </a:xfrm>
            <a:custGeom>
              <a:rect b="b" l="l" r="r" t="t"/>
              <a:pathLst>
                <a:path extrusionOk="0" h="101934" w="50415">
                  <a:moveTo>
                    <a:pt x="50416" y="101935"/>
                  </a:moveTo>
                  <a:lnTo>
                    <a:pt x="0" y="101935"/>
                  </a:lnTo>
                  <a:cubicBezTo>
                    <a:pt x="4432" y="78765"/>
                    <a:pt x="8854" y="55584"/>
                    <a:pt x="13277" y="32414"/>
                  </a:cubicBezTo>
                  <a:cubicBezTo>
                    <a:pt x="15342" y="21613"/>
                    <a:pt x="17396" y="10801"/>
                    <a:pt x="19461" y="0"/>
                  </a:cubicBezTo>
                  <a:cubicBezTo>
                    <a:pt x="23148" y="32814"/>
                    <a:pt x="33711" y="70602"/>
                    <a:pt x="50416" y="10193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7" name="Google Shape;1357;p36"/>
            <p:cNvSpPr/>
            <p:nvPr/>
          </p:nvSpPr>
          <p:spPr>
            <a:xfrm>
              <a:off x="1364166" y="1735453"/>
              <a:ext cx="244411" cy="112019"/>
            </a:xfrm>
            <a:custGeom>
              <a:rect b="b" l="l" r="r" t="t"/>
              <a:pathLst>
                <a:path extrusionOk="0" h="49786" w="108627">
                  <a:moveTo>
                    <a:pt x="108627" y="20822"/>
                  </a:moveTo>
                  <a:cubicBezTo>
                    <a:pt x="104952" y="15005"/>
                    <a:pt x="101286" y="9199"/>
                    <a:pt x="97610" y="3382"/>
                  </a:cubicBezTo>
                  <a:cubicBezTo>
                    <a:pt x="64849" y="-5192"/>
                    <a:pt x="26813" y="2895"/>
                    <a:pt x="0" y="23578"/>
                  </a:cubicBezTo>
                  <a:cubicBezTo>
                    <a:pt x="1092" y="31882"/>
                    <a:pt x="3157" y="41483"/>
                    <a:pt x="4249" y="49786"/>
                  </a:cubicBezTo>
                  <a:cubicBezTo>
                    <a:pt x="39540" y="48316"/>
                    <a:pt x="77489" y="37504"/>
                    <a:pt x="108627" y="20822"/>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8" name="Google Shape;1358;p36"/>
            <p:cNvSpPr/>
            <p:nvPr/>
          </p:nvSpPr>
          <p:spPr>
            <a:xfrm>
              <a:off x="1873133" y="2537974"/>
              <a:ext cx="112437" cy="236018"/>
            </a:xfrm>
            <a:custGeom>
              <a:rect b="b" l="l" r="r" t="t"/>
              <a:pathLst>
                <a:path extrusionOk="0" h="104897" w="49972">
                  <a:moveTo>
                    <a:pt x="22391" y="61682"/>
                  </a:moveTo>
                  <a:cubicBezTo>
                    <a:pt x="24975" y="57563"/>
                    <a:pt x="31419" y="56471"/>
                    <a:pt x="32770" y="51800"/>
                  </a:cubicBezTo>
                  <a:cubicBezTo>
                    <a:pt x="34068" y="47313"/>
                    <a:pt x="29722" y="43345"/>
                    <a:pt x="28241" y="38923"/>
                  </a:cubicBezTo>
                  <a:cubicBezTo>
                    <a:pt x="25873" y="31841"/>
                    <a:pt x="31105" y="24597"/>
                    <a:pt x="36436" y="19375"/>
                  </a:cubicBezTo>
                  <a:cubicBezTo>
                    <a:pt x="41766" y="14153"/>
                    <a:pt x="49789" y="7460"/>
                    <a:pt x="49972" y="0"/>
                  </a:cubicBezTo>
                  <a:cubicBezTo>
                    <a:pt x="35657" y="11590"/>
                    <a:pt x="17764" y="21613"/>
                    <a:pt x="0" y="26468"/>
                  </a:cubicBezTo>
                  <a:cubicBezTo>
                    <a:pt x="7449" y="58265"/>
                    <a:pt x="25602" y="104897"/>
                    <a:pt x="25602" y="104897"/>
                  </a:cubicBezTo>
                  <a:cubicBezTo>
                    <a:pt x="28002" y="99772"/>
                    <a:pt x="30424" y="94864"/>
                    <a:pt x="32824" y="90096"/>
                  </a:cubicBezTo>
                  <a:cubicBezTo>
                    <a:pt x="31159" y="85955"/>
                    <a:pt x="29095" y="81976"/>
                    <a:pt x="26640" y="78246"/>
                  </a:cubicBezTo>
                  <a:cubicBezTo>
                    <a:pt x="23321" y="73186"/>
                    <a:pt x="19169" y="66817"/>
                    <a:pt x="22381" y="61693"/>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9" name="Google Shape;1359;p36"/>
            <p:cNvSpPr/>
            <p:nvPr/>
          </p:nvSpPr>
          <p:spPr>
            <a:xfrm>
              <a:off x="1589900" y="2353421"/>
              <a:ext cx="428494" cy="98788"/>
            </a:xfrm>
            <a:custGeom>
              <a:rect b="b" l="l" r="r" t="t"/>
              <a:pathLst>
                <a:path extrusionOk="0" h="43906" w="190442">
                  <a:moveTo>
                    <a:pt x="190443" y="20669"/>
                  </a:moveTo>
                  <a:cubicBezTo>
                    <a:pt x="189091" y="14398"/>
                    <a:pt x="187459" y="7878"/>
                    <a:pt x="185470" y="980"/>
                  </a:cubicBezTo>
                  <a:cubicBezTo>
                    <a:pt x="126912" y="1239"/>
                    <a:pt x="58905" y="-220"/>
                    <a:pt x="348" y="29"/>
                  </a:cubicBezTo>
                  <a:cubicBezTo>
                    <a:pt x="-138" y="12322"/>
                    <a:pt x="-107" y="24637"/>
                    <a:pt x="392" y="36930"/>
                  </a:cubicBezTo>
                  <a:cubicBezTo>
                    <a:pt x="63500" y="50163"/>
                    <a:pt x="130502" y="44476"/>
                    <a:pt x="190443" y="2066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0" name="Google Shape;1360;p36"/>
            <p:cNvSpPr/>
            <p:nvPr/>
          </p:nvSpPr>
          <p:spPr>
            <a:xfrm>
              <a:off x="1590807" y="2399949"/>
              <a:ext cx="438597" cy="461113"/>
            </a:xfrm>
            <a:custGeom>
              <a:rect b="b" l="l" r="r" t="t"/>
              <a:pathLst>
                <a:path extrusionOk="0" h="204939" w="194932">
                  <a:moveTo>
                    <a:pt x="151043" y="166212"/>
                  </a:moveTo>
                  <a:cubicBezTo>
                    <a:pt x="154870" y="176548"/>
                    <a:pt x="157432" y="189284"/>
                    <a:pt x="160914" y="204940"/>
                  </a:cubicBezTo>
                  <a:lnTo>
                    <a:pt x="47237" y="204940"/>
                  </a:lnTo>
                  <a:cubicBezTo>
                    <a:pt x="36436" y="182516"/>
                    <a:pt x="27375" y="159249"/>
                    <a:pt x="20175" y="135419"/>
                  </a:cubicBezTo>
                  <a:cubicBezTo>
                    <a:pt x="8466" y="96756"/>
                    <a:pt x="1632" y="56622"/>
                    <a:pt x="0" y="16261"/>
                  </a:cubicBezTo>
                  <a:cubicBezTo>
                    <a:pt x="63109" y="29495"/>
                    <a:pt x="130100" y="23808"/>
                    <a:pt x="190041" y="0"/>
                  </a:cubicBezTo>
                  <a:cubicBezTo>
                    <a:pt x="205113" y="69596"/>
                    <a:pt x="182765" y="102627"/>
                    <a:pt x="158254" y="151410"/>
                  </a:cubicBezTo>
                  <a:cubicBezTo>
                    <a:pt x="156589" y="147269"/>
                    <a:pt x="154524" y="143290"/>
                    <a:pt x="152069" y="139560"/>
                  </a:cubicBezTo>
                  <a:cubicBezTo>
                    <a:pt x="148750" y="134500"/>
                    <a:pt x="144609" y="128132"/>
                    <a:pt x="147820" y="122996"/>
                  </a:cubicBezTo>
                  <a:cubicBezTo>
                    <a:pt x="150404" y="118877"/>
                    <a:pt x="156848" y="117796"/>
                    <a:pt x="158199" y="113114"/>
                  </a:cubicBezTo>
                  <a:cubicBezTo>
                    <a:pt x="159497" y="108638"/>
                    <a:pt x="155151" y="104670"/>
                    <a:pt x="153670" y="100237"/>
                  </a:cubicBezTo>
                  <a:cubicBezTo>
                    <a:pt x="151301" y="93155"/>
                    <a:pt x="156534" y="85911"/>
                    <a:pt x="161865" y="80689"/>
                  </a:cubicBezTo>
                  <a:cubicBezTo>
                    <a:pt x="167206" y="75467"/>
                    <a:pt x="175217" y="68774"/>
                    <a:pt x="175413" y="61314"/>
                  </a:cubicBezTo>
                  <a:cubicBezTo>
                    <a:pt x="161098" y="72894"/>
                    <a:pt x="143204" y="82927"/>
                    <a:pt x="125439" y="87771"/>
                  </a:cubicBezTo>
                  <a:cubicBezTo>
                    <a:pt x="132889" y="119569"/>
                    <a:pt x="151043" y="166212"/>
                    <a:pt x="151043" y="16621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1" name="Google Shape;1361;p36"/>
            <p:cNvSpPr/>
            <p:nvPr/>
          </p:nvSpPr>
          <p:spPr>
            <a:xfrm>
              <a:off x="1339530" y="1710645"/>
              <a:ext cx="691538" cy="665699"/>
            </a:xfrm>
            <a:custGeom>
              <a:rect b="b" l="l" r="r" t="t"/>
              <a:pathLst>
                <a:path extrusionOk="0" h="295866" w="307350">
                  <a:moveTo>
                    <a:pt x="307310" y="269822"/>
                  </a:moveTo>
                  <a:cubicBezTo>
                    <a:pt x="305699" y="266849"/>
                    <a:pt x="304012" y="263854"/>
                    <a:pt x="302260" y="260859"/>
                  </a:cubicBezTo>
                  <a:cubicBezTo>
                    <a:pt x="298368" y="254156"/>
                    <a:pt x="294173" y="247388"/>
                    <a:pt x="289795" y="240565"/>
                  </a:cubicBezTo>
                  <a:cubicBezTo>
                    <a:pt x="262775" y="198475"/>
                    <a:pt x="228826" y="154232"/>
                    <a:pt x="215224" y="108833"/>
                  </a:cubicBezTo>
                  <a:cubicBezTo>
                    <a:pt x="213635" y="103578"/>
                    <a:pt x="212327" y="98313"/>
                    <a:pt x="211343" y="93037"/>
                  </a:cubicBezTo>
                  <a:cubicBezTo>
                    <a:pt x="212511" y="92539"/>
                    <a:pt x="213678" y="92053"/>
                    <a:pt x="214857" y="91609"/>
                  </a:cubicBezTo>
                  <a:lnTo>
                    <a:pt x="214879" y="91609"/>
                  </a:lnTo>
                  <a:cubicBezTo>
                    <a:pt x="228425" y="86323"/>
                    <a:pt x="242493" y="83739"/>
                    <a:pt x="256926" y="81284"/>
                  </a:cubicBezTo>
                  <a:cubicBezTo>
                    <a:pt x="256829" y="76938"/>
                    <a:pt x="256494" y="72559"/>
                    <a:pt x="255921" y="68202"/>
                  </a:cubicBezTo>
                  <a:cubicBezTo>
                    <a:pt x="253434" y="48621"/>
                    <a:pt x="246493" y="29160"/>
                    <a:pt x="236232" y="12228"/>
                  </a:cubicBezTo>
                  <a:cubicBezTo>
                    <a:pt x="233703" y="8034"/>
                    <a:pt x="230956" y="4001"/>
                    <a:pt x="228026" y="152"/>
                  </a:cubicBezTo>
                  <a:cubicBezTo>
                    <a:pt x="226523" y="87"/>
                    <a:pt x="225010" y="33"/>
                    <a:pt x="223506" y="22"/>
                  </a:cubicBezTo>
                  <a:cubicBezTo>
                    <a:pt x="193644" y="-465"/>
                    <a:pt x="164138" y="7287"/>
                    <a:pt x="135779" y="16932"/>
                  </a:cubicBezTo>
                  <a:cubicBezTo>
                    <a:pt x="134925" y="17224"/>
                    <a:pt x="134070" y="17516"/>
                    <a:pt x="133216" y="17807"/>
                  </a:cubicBezTo>
                  <a:cubicBezTo>
                    <a:pt x="127075" y="19927"/>
                    <a:pt x="120956" y="22121"/>
                    <a:pt x="114836" y="24349"/>
                  </a:cubicBezTo>
                  <a:cubicBezTo>
                    <a:pt x="90520" y="33182"/>
                    <a:pt x="66302" y="42383"/>
                    <a:pt x="41098" y="48113"/>
                  </a:cubicBezTo>
                  <a:cubicBezTo>
                    <a:pt x="32005" y="50189"/>
                    <a:pt x="22318" y="52049"/>
                    <a:pt x="14642" y="57000"/>
                  </a:cubicBezTo>
                  <a:cubicBezTo>
                    <a:pt x="12826" y="58168"/>
                    <a:pt x="11118" y="59520"/>
                    <a:pt x="9560" y="61087"/>
                  </a:cubicBezTo>
                  <a:cubicBezTo>
                    <a:pt x="-1219" y="71910"/>
                    <a:pt x="-1219" y="89339"/>
                    <a:pt x="1548" y="104357"/>
                  </a:cubicBezTo>
                  <a:cubicBezTo>
                    <a:pt x="1981" y="106681"/>
                    <a:pt x="2479" y="108984"/>
                    <a:pt x="3009" y="111277"/>
                  </a:cubicBezTo>
                  <a:cubicBezTo>
                    <a:pt x="4728" y="114477"/>
                    <a:pt x="6663" y="117558"/>
                    <a:pt x="8782" y="120488"/>
                  </a:cubicBezTo>
                  <a:cubicBezTo>
                    <a:pt x="17421" y="132435"/>
                    <a:pt x="28817" y="142101"/>
                    <a:pt x="40634" y="150891"/>
                  </a:cubicBezTo>
                  <a:cubicBezTo>
                    <a:pt x="45953" y="154848"/>
                    <a:pt x="51380" y="158654"/>
                    <a:pt x="56928" y="162298"/>
                  </a:cubicBezTo>
                  <a:cubicBezTo>
                    <a:pt x="59392" y="163920"/>
                    <a:pt x="61880" y="165509"/>
                    <a:pt x="64387" y="167066"/>
                  </a:cubicBezTo>
                  <a:cubicBezTo>
                    <a:pt x="64711" y="167271"/>
                    <a:pt x="65047" y="167477"/>
                    <a:pt x="65382" y="167682"/>
                  </a:cubicBezTo>
                  <a:cubicBezTo>
                    <a:pt x="66712" y="168504"/>
                    <a:pt x="68042" y="169315"/>
                    <a:pt x="69372" y="170115"/>
                  </a:cubicBezTo>
                  <a:cubicBezTo>
                    <a:pt x="70918" y="171045"/>
                    <a:pt x="72475" y="171964"/>
                    <a:pt x="74043" y="172861"/>
                  </a:cubicBezTo>
                  <a:cubicBezTo>
                    <a:pt x="75351" y="173618"/>
                    <a:pt x="76670" y="174375"/>
                    <a:pt x="77999" y="175121"/>
                  </a:cubicBezTo>
                  <a:cubicBezTo>
                    <a:pt x="82303" y="177543"/>
                    <a:pt x="86671" y="179878"/>
                    <a:pt x="91093" y="182116"/>
                  </a:cubicBezTo>
                  <a:cubicBezTo>
                    <a:pt x="92564" y="182862"/>
                    <a:pt x="94045" y="183597"/>
                    <a:pt x="95525" y="184322"/>
                  </a:cubicBezTo>
                  <a:cubicBezTo>
                    <a:pt x="100067" y="186560"/>
                    <a:pt x="104662" y="188690"/>
                    <a:pt x="109300" y="190722"/>
                  </a:cubicBezTo>
                  <a:cubicBezTo>
                    <a:pt x="110705" y="191339"/>
                    <a:pt x="112122" y="191944"/>
                    <a:pt x="113538" y="192539"/>
                  </a:cubicBezTo>
                  <a:cubicBezTo>
                    <a:pt x="115300" y="193296"/>
                    <a:pt x="117085" y="194031"/>
                    <a:pt x="118869" y="194744"/>
                  </a:cubicBezTo>
                  <a:cubicBezTo>
                    <a:pt x="119928" y="195177"/>
                    <a:pt x="120988" y="195599"/>
                    <a:pt x="122047" y="196020"/>
                  </a:cubicBezTo>
                  <a:cubicBezTo>
                    <a:pt x="122448" y="196172"/>
                    <a:pt x="122848" y="196334"/>
                    <a:pt x="123248" y="196485"/>
                  </a:cubicBezTo>
                  <a:cubicBezTo>
                    <a:pt x="124599" y="197015"/>
                    <a:pt x="125961" y="197534"/>
                    <a:pt x="127334" y="198042"/>
                  </a:cubicBezTo>
                  <a:cubicBezTo>
                    <a:pt x="128870" y="198626"/>
                    <a:pt x="130427" y="199199"/>
                    <a:pt x="131972" y="199750"/>
                  </a:cubicBezTo>
                  <a:cubicBezTo>
                    <a:pt x="133400" y="200269"/>
                    <a:pt x="134849" y="200767"/>
                    <a:pt x="136276" y="201264"/>
                  </a:cubicBezTo>
                  <a:cubicBezTo>
                    <a:pt x="139747" y="202464"/>
                    <a:pt x="143228" y="203610"/>
                    <a:pt x="146731" y="204691"/>
                  </a:cubicBezTo>
                  <a:cubicBezTo>
                    <a:pt x="148072" y="205124"/>
                    <a:pt x="149434" y="205535"/>
                    <a:pt x="150796" y="205935"/>
                  </a:cubicBezTo>
                  <a:cubicBezTo>
                    <a:pt x="152137" y="206335"/>
                    <a:pt x="153478" y="206724"/>
                    <a:pt x="154829" y="207113"/>
                  </a:cubicBezTo>
                  <a:cubicBezTo>
                    <a:pt x="155261" y="207243"/>
                    <a:pt x="155705" y="207362"/>
                    <a:pt x="156138" y="207481"/>
                  </a:cubicBezTo>
                  <a:cubicBezTo>
                    <a:pt x="157208" y="207784"/>
                    <a:pt x="158267" y="208076"/>
                    <a:pt x="159349" y="208378"/>
                  </a:cubicBezTo>
                  <a:cubicBezTo>
                    <a:pt x="159781" y="208497"/>
                    <a:pt x="160225" y="208616"/>
                    <a:pt x="160657" y="208724"/>
                  </a:cubicBezTo>
                  <a:cubicBezTo>
                    <a:pt x="162051" y="209092"/>
                    <a:pt x="163446" y="209459"/>
                    <a:pt x="164852" y="209816"/>
                  </a:cubicBezTo>
                  <a:lnTo>
                    <a:pt x="165111" y="209881"/>
                  </a:lnTo>
                  <a:cubicBezTo>
                    <a:pt x="166485" y="210227"/>
                    <a:pt x="167868" y="210573"/>
                    <a:pt x="169252" y="210908"/>
                  </a:cubicBezTo>
                  <a:cubicBezTo>
                    <a:pt x="169739" y="211027"/>
                    <a:pt x="170226" y="211146"/>
                    <a:pt x="170701" y="211254"/>
                  </a:cubicBezTo>
                  <a:cubicBezTo>
                    <a:pt x="171945" y="211546"/>
                    <a:pt x="173188" y="211838"/>
                    <a:pt x="174442" y="212108"/>
                  </a:cubicBezTo>
                  <a:cubicBezTo>
                    <a:pt x="174605" y="212162"/>
                    <a:pt x="174778" y="212195"/>
                    <a:pt x="174939" y="212227"/>
                  </a:cubicBezTo>
                  <a:cubicBezTo>
                    <a:pt x="176486" y="212573"/>
                    <a:pt x="178032" y="212909"/>
                    <a:pt x="179578" y="213233"/>
                  </a:cubicBezTo>
                  <a:cubicBezTo>
                    <a:pt x="181189" y="213579"/>
                    <a:pt x="182811" y="213914"/>
                    <a:pt x="184432" y="214217"/>
                  </a:cubicBezTo>
                  <a:lnTo>
                    <a:pt x="184432" y="214217"/>
                  </a:lnTo>
                  <a:cubicBezTo>
                    <a:pt x="190379" y="215395"/>
                    <a:pt x="196358" y="216401"/>
                    <a:pt x="202369" y="217255"/>
                  </a:cubicBezTo>
                  <a:cubicBezTo>
                    <a:pt x="203429" y="217406"/>
                    <a:pt x="204499" y="217557"/>
                    <a:pt x="205569" y="217698"/>
                  </a:cubicBezTo>
                  <a:cubicBezTo>
                    <a:pt x="207841" y="218001"/>
                    <a:pt x="210111" y="218282"/>
                    <a:pt x="212392" y="218531"/>
                  </a:cubicBezTo>
                  <a:cubicBezTo>
                    <a:pt x="212424" y="218542"/>
                    <a:pt x="212457" y="218552"/>
                    <a:pt x="212500" y="218552"/>
                  </a:cubicBezTo>
                  <a:cubicBezTo>
                    <a:pt x="213625" y="218671"/>
                    <a:pt x="214749" y="218801"/>
                    <a:pt x="215874" y="218909"/>
                  </a:cubicBezTo>
                  <a:cubicBezTo>
                    <a:pt x="216792" y="219006"/>
                    <a:pt x="217712" y="219104"/>
                    <a:pt x="218641" y="219190"/>
                  </a:cubicBezTo>
                  <a:cubicBezTo>
                    <a:pt x="221971" y="219514"/>
                    <a:pt x="225301" y="219774"/>
                    <a:pt x="228642" y="220001"/>
                  </a:cubicBezTo>
                  <a:cubicBezTo>
                    <a:pt x="229205" y="220033"/>
                    <a:pt x="229756" y="220066"/>
                    <a:pt x="230318" y="220098"/>
                  </a:cubicBezTo>
                  <a:cubicBezTo>
                    <a:pt x="230546" y="220120"/>
                    <a:pt x="230773" y="220131"/>
                    <a:pt x="231010" y="220142"/>
                  </a:cubicBezTo>
                  <a:cubicBezTo>
                    <a:pt x="231561" y="220174"/>
                    <a:pt x="232124" y="220207"/>
                    <a:pt x="232675" y="220239"/>
                  </a:cubicBezTo>
                  <a:cubicBezTo>
                    <a:pt x="232913" y="220260"/>
                    <a:pt x="233150" y="220271"/>
                    <a:pt x="233389" y="220271"/>
                  </a:cubicBezTo>
                  <a:cubicBezTo>
                    <a:pt x="233400" y="220282"/>
                    <a:pt x="233400" y="220271"/>
                    <a:pt x="233400" y="220271"/>
                  </a:cubicBezTo>
                  <a:cubicBezTo>
                    <a:pt x="235659" y="220390"/>
                    <a:pt x="237908" y="220499"/>
                    <a:pt x="240168" y="220563"/>
                  </a:cubicBezTo>
                  <a:cubicBezTo>
                    <a:pt x="242427" y="220639"/>
                    <a:pt x="244676" y="220693"/>
                    <a:pt x="246936" y="220726"/>
                  </a:cubicBezTo>
                  <a:cubicBezTo>
                    <a:pt x="243822" y="221201"/>
                    <a:pt x="240698" y="221623"/>
                    <a:pt x="237573" y="221980"/>
                  </a:cubicBezTo>
                  <a:lnTo>
                    <a:pt x="237562" y="221980"/>
                  </a:lnTo>
                  <a:cubicBezTo>
                    <a:pt x="236254" y="222142"/>
                    <a:pt x="234945" y="222282"/>
                    <a:pt x="233637" y="222423"/>
                  </a:cubicBezTo>
                  <a:cubicBezTo>
                    <a:pt x="233594" y="222423"/>
                    <a:pt x="233551" y="222423"/>
                    <a:pt x="233507" y="222434"/>
                  </a:cubicBezTo>
                  <a:cubicBezTo>
                    <a:pt x="232340" y="222553"/>
                    <a:pt x="231183" y="222661"/>
                    <a:pt x="230016" y="222769"/>
                  </a:cubicBezTo>
                  <a:cubicBezTo>
                    <a:pt x="229659" y="222801"/>
                    <a:pt x="229302" y="222834"/>
                    <a:pt x="228945" y="222866"/>
                  </a:cubicBezTo>
                  <a:cubicBezTo>
                    <a:pt x="227843" y="222953"/>
                    <a:pt x="226739" y="223050"/>
                    <a:pt x="225637" y="223126"/>
                  </a:cubicBezTo>
                  <a:cubicBezTo>
                    <a:pt x="224880" y="223191"/>
                    <a:pt x="224123" y="223234"/>
                    <a:pt x="223366" y="223288"/>
                  </a:cubicBezTo>
                  <a:cubicBezTo>
                    <a:pt x="221150" y="223429"/>
                    <a:pt x="218944" y="223558"/>
                    <a:pt x="216728" y="223645"/>
                  </a:cubicBezTo>
                  <a:cubicBezTo>
                    <a:pt x="215570" y="223699"/>
                    <a:pt x="214425" y="223742"/>
                    <a:pt x="213278" y="223774"/>
                  </a:cubicBezTo>
                  <a:cubicBezTo>
                    <a:pt x="212814" y="223785"/>
                    <a:pt x="212337" y="223807"/>
                    <a:pt x="211862" y="223818"/>
                  </a:cubicBezTo>
                  <a:cubicBezTo>
                    <a:pt x="211116" y="223839"/>
                    <a:pt x="210359" y="223850"/>
                    <a:pt x="209613" y="223861"/>
                  </a:cubicBezTo>
                  <a:cubicBezTo>
                    <a:pt x="209094" y="223872"/>
                    <a:pt x="208565" y="223883"/>
                    <a:pt x="208045" y="223883"/>
                  </a:cubicBezTo>
                  <a:cubicBezTo>
                    <a:pt x="206932" y="223904"/>
                    <a:pt x="205796" y="223915"/>
                    <a:pt x="204683" y="223915"/>
                  </a:cubicBezTo>
                  <a:cubicBezTo>
                    <a:pt x="203872" y="223915"/>
                    <a:pt x="203061" y="223915"/>
                    <a:pt x="202250" y="223904"/>
                  </a:cubicBezTo>
                  <a:lnTo>
                    <a:pt x="202250" y="223904"/>
                  </a:lnTo>
                  <a:cubicBezTo>
                    <a:pt x="201882" y="223904"/>
                    <a:pt x="201515" y="223904"/>
                    <a:pt x="201137" y="223893"/>
                  </a:cubicBezTo>
                  <a:cubicBezTo>
                    <a:pt x="200726" y="223893"/>
                    <a:pt x="200314" y="223893"/>
                    <a:pt x="199893" y="223872"/>
                  </a:cubicBezTo>
                  <a:cubicBezTo>
                    <a:pt x="199656" y="223883"/>
                    <a:pt x="199418" y="223872"/>
                    <a:pt x="199169" y="223861"/>
                  </a:cubicBezTo>
                  <a:cubicBezTo>
                    <a:pt x="198152" y="223850"/>
                    <a:pt x="197126" y="223828"/>
                    <a:pt x="196098" y="223796"/>
                  </a:cubicBezTo>
                  <a:cubicBezTo>
                    <a:pt x="195341" y="223774"/>
                    <a:pt x="194584" y="223753"/>
                    <a:pt x="193827" y="223720"/>
                  </a:cubicBezTo>
                  <a:cubicBezTo>
                    <a:pt x="192531" y="223688"/>
                    <a:pt x="191244" y="223634"/>
                    <a:pt x="189946" y="223558"/>
                  </a:cubicBezTo>
                  <a:cubicBezTo>
                    <a:pt x="188920" y="223515"/>
                    <a:pt x="187892" y="223461"/>
                    <a:pt x="186876" y="223396"/>
                  </a:cubicBezTo>
                  <a:cubicBezTo>
                    <a:pt x="185848" y="223331"/>
                    <a:pt x="184822" y="223266"/>
                    <a:pt x="183805" y="223202"/>
                  </a:cubicBezTo>
                  <a:cubicBezTo>
                    <a:pt x="182778" y="223126"/>
                    <a:pt x="181751" y="223050"/>
                    <a:pt x="180735" y="222974"/>
                  </a:cubicBezTo>
                  <a:cubicBezTo>
                    <a:pt x="179707" y="222888"/>
                    <a:pt x="178691" y="222801"/>
                    <a:pt x="177664" y="222715"/>
                  </a:cubicBezTo>
                  <a:cubicBezTo>
                    <a:pt x="176701" y="222628"/>
                    <a:pt x="175740" y="222542"/>
                    <a:pt x="174778" y="222444"/>
                  </a:cubicBezTo>
                  <a:cubicBezTo>
                    <a:pt x="173815" y="222347"/>
                    <a:pt x="172853" y="222250"/>
                    <a:pt x="171891" y="222142"/>
                  </a:cubicBezTo>
                  <a:cubicBezTo>
                    <a:pt x="171598" y="222120"/>
                    <a:pt x="171307" y="222088"/>
                    <a:pt x="171015" y="222045"/>
                  </a:cubicBezTo>
                  <a:cubicBezTo>
                    <a:pt x="170171" y="221958"/>
                    <a:pt x="169328" y="221861"/>
                    <a:pt x="168474" y="221753"/>
                  </a:cubicBezTo>
                  <a:cubicBezTo>
                    <a:pt x="167457" y="221634"/>
                    <a:pt x="166442" y="221504"/>
                    <a:pt x="165425" y="221374"/>
                  </a:cubicBezTo>
                  <a:cubicBezTo>
                    <a:pt x="164408" y="221245"/>
                    <a:pt x="163392" y="221104"/>
                    <a:pt x="162376" y="220963"/>
                  </a:cubicBezTo>
                  <a:cubicBezTo>
                    <a:pt x="161360" y="220834"/>
                    <a:pt x="160343" y="220682"/>
                    <a:pt x="159327" y="220520"/>
                  </a:cubicBezTo>
                  <a:cubicBezTo>
                    <a:pt x="157295" y="220217"/>
                    <a:pt x="155261" y="219893"/>
                    <a:pt x="153240" y="219547"/>
                  </a:cubicBezTo>
                  <a:cubicBezTo>
                    <a:pt x="152224" y="219374"/>
                    <a:pt x="151218" y="219201"/>
                    <a:pt x="150202" y="219017"/>
                  </a:cubicBezTo>
                  <a:cubicBezTo>
                    <a:pt x="149196" y="218833"/>
                    <a:pt x="148180" y="218649"/>
                    <a:pt x="147175" y="218455"/>
                  </a:cubicBezTo>
                  <a:cubicBezTo>
                    <a:pt x="145747" y="218185"/>
                    <a:pt x="144321" y="217914"/>
                    <a:pt x="142893" y="217612"/>
                  </a:cubicBezTo>
                  <a:cubicBezTo>
                    <a:pt x="142547" y="217557"/>
                    <a:pt x="142212" y="217482"/>
                    <a:pt x="141866" y="217406"/>
                  </a:cubicBezTo>
                  <a:cubicBezTo>
                    <a:pt x="140514" y="217125"/>
                    <a:pt x="139163" y="216844"/>
                    <a:pt x="137822" y="216541"/>
                  </a:cubicBezTo>
                  <a:cubicBezTo>
                    <a:pt x="135909" y="216120"/>
                    <a:pt x="134006" y="215676"/>
                    <a:pt x="132092" y="215222"/>
                  </a:cubicBezTo>
                  <a:cubicBezTo>
                    <a:pt x="131097" y="214984"/>
                    <a:pt x="130092" y="214736"/>
                    <a:pt x="129097" y="214487"/>
                  </a:cubicBezTo>
                  <a:cubicBezTo>
                    <a:pt x="127746" y="214152"/>
                    <a:pt x="126405" y="213806"/>
                    <a:pt x="125064" y="213449"/>
                  </a:cubicBezTo>
                  <a:cubicBezTo>
                    <a:pt x="123518" y="213049"/>
                    <a:pt x="121994" y="212627"/>
                    <a:pt x="120458" y="212206"/>
                  </a:cubicBezTo>
                  <a:cubicBezTo>
                    <a:pt x="115399" y="210789"/>
                    <a:pt x="110371" y="209265"/>
                    <a:pt x="105386" y="207611"/>
                  </a:cubicBezTo>
                  <a:cubicBezTo>
                    <a:pt x="126383" y="221558"/>
                    <a:pt x="149672" y="232921"/>
                    <a:pt x="174182" y="238857"/>
                  </a:cubicBezTo>
                  <a:cubicBezTo>
                    <a:pt x="150645" y="238014"/>
                    <a:pt x="126621" y="231473"/>
                    <a:pt x="106273" y="219612"/>
                  </a:cubicBezTo>
                  <a:cubicBezTo>
                    <a:pt x="108889" y="233332"/>
                    <a:pt x="115506" y="248923"/>
                    <a:pt x="127172" y="256621"/>
                  </a:cubicBezTo>
                  <a:cubicBezTo>
                    <a:pt x="139520" y="264773"/>
                    <a:pt x="155911" y="261216"/>
                    <a:pt x="170420" y="264060"/>
                  </a:cubicBezTo>
                  <a:cubicBezTo>
                    <a:pt x="184335" y="266784"/>
                    <a:pt x="196260" y="275358"/>
                    <a:pt x="208910" y="281770"/>
                  </a:cubicBezTo>
                  <a:cubicBezTo>
                    <a:pt x="209743" y="282191"/>
                    <a:pt x="210575" y="282602"/>
                    <a:pt x="211419" y="283002"/>
                  </a:cubicBezTo>
                  <a:cubicBezTo>
                    <a:pt x="212176" y="283370"/>
                    <a:pt x="212944" y="283727"/>
                    <a:pt x="213711" y="284072"/>
                  </a:cubicBezTo>
                  <a:cubicBezTo>
                    <a:pt x="213841" y="284137"/>
                    <a:pt x="213971" y="284191"/>
                    <a:pt x="214111" y="284256"/>
                  </a:cubicBezTo>
                  <a:cubicBezTo>
                    <a:pt x="214792" y="284559"/>
                    <a:pt x="215473" y="284862"/>
                    <a:pt x="216154" y="285154"/>
                  </a:cubicBezTo>
                  <a:cubicBezTo>
                    <a:pt x="216965" y="285510"/>
                    <a:pt x="217787" y="285846"/>
                    <a:pt x="218609" y="286181"/>
                  </a:cubicBezTo>
                  <a:cubicBezTo>
                    <a:pt x="218663" y="286203"/>
                    <a:pt x="218706" y="286224"/>
                    <a:pt x="218760" y="286235"/>
                  </a:cubicBezTo>
                  <a:cubicBezTo>
                    <a:pt x="219225" y="286430"/>
                    <a:pt x="219690" y="286613"/>
                    <a:pt x="220166" y="286797"/>
                  </a:cubicBezTo>
                  <a:cubicBezTo>
                    <a:pt x="220630" y="286981"/>
                    <a:pt x="221096" y="287165"/>
                    <a:pt x="221560" y="287338"/>
                  </a:cubicBezTo>
                  <a:cubicBezTo>
                    <a:pt x="222555" y="287716"/>
                    <a:pt x="223550" y="288073"/>
                    <a:pt x="224544" y="288430"/>
                  </a:cubicBezTo>
                  <a:cubicBezTo>
                    <a:pt x="226123" y="288981"/>
                    <a:pt x="227713" y="289500"/>
                    <a:pt x="229312" y="289997"/>
                  </a:cubicBezTo>
                  <a:cubicBezTo>
                    <a:pt x="229756" y="290138"/>
                    <a:pt x="230199" y="290268"/>
                    <a:pt x="230643" y="290397"/>
                  </a:cubicBezTo>
                  <a:cubicBezTo>
                    <a:pt x="231637" y="290700"/>
                    <a:pt x="232643" y="290981"/>
                    <a:pt x="233648" y="291252"/>
                  </a:cubicBezTo>
                  <a:cubicBezTo>
                    <a:pt x="234600" y="291511"/>
                    <a:pt x="235551" y="291760"/>
                    <a:pt x="236513" y="291998"/>
                  </a:cubicBezTo>
                  <a:cubicBezTo>
                    <a:pt x="236686" y="292041"/>
                    <a:pt x="236848" y="292084"/>
                    <a:pt x="237021" y="292117"/>
                  </a:cubicBezTo>
                  <a:cubicBezTo>
                    <a:pt x="237951" y="292344"/>
                    <a:pt x="238882" y="292560"/>
                    <a:pt x="239811" y="292765"/>
                  </a:cubicBezTo>
                  <a:cubicBezTo>
                    <a:pt x="240849" y="292992"/>
                    <a:pt x="241887" y="293209"/>
                    <a:pt x="242924" y="293414"/>
                  </a:cubicBezTo>
                  <a:cubicBezTo>
                    <a:pt x="243865" y="293598"/>
                    <a:pt x="244795" y="293771"/>
                    <a:pt x="245747" y="293933"/>
                  </a:cubicBezTo>
                  <a:cubicBezTo>
                    <a:pt x="245953" y="293965"/>
                    <a:pt x="246168" y="294009"/>
                    <a:pt x="246384" y="294041"/>
                  </a:cubicBezTo>
                  <a:cubicBezTo>
                    <a:pt x="247261" y="294192"/>
                    <a:pt x="248147" y="294333"/>
                    <a:pt x="249034" y="294463"/>
                  </a:cubicBezTo>
                  <a:cubicBezTo>
                    <a:pt x="249087" y="294474"/>
                    <a:pt x="249141" y="294474"/>
                    <a:pt x="249196" y="294484"/>
                  </a:cubicBezTo>
                  <a:cubicBezTo>
                    <a:pt x="250245" y="294636"/>
                    <a:pt x="251283" y="294776"/>
                    <a:pt x="252331" y="294906"/>
                  </a:cubicBezTo>
                  <a:cubicBezTo>
                    <a:pt x="253142" y="295003"/>
                    <a:pt x="253942" y="295090"/>
                    <a:pt x="254753" y="295176"/>
                  </a:cubicBezTo>
                  <a:cubicBezTo>
                    <a:pt x="255131" y="295220"/>
                    <a:pt x="255521" y="295252"/>
                    <a:pt x="255899" y="295285"/>
                  </a:cubicBezTo>
                  <a:cubicBezTo>
                    <a:pt x="256256" y="295317"/>
                    <a:pt x="256602" y="295360"/>
                    <a:pt x="256959" y="295382"/>
                  </a:cubicBezTo>
                  <a:cubicBezTo>
                    <a:pt x="259272" y="295587"/>
                    <a:pt x="261597" y="295717"/>
                    <a:pt x="263921" y="295803"/>
                  </a:cubicBezTo>
                  <a:cubicBezTo>
                    <a:pt x="264278" y="295803"/>
                    <a:pt x="264635" y="295814"/>
                    <a:pt x="264992" y="295825"/>
                  </a:cubicBezTo>
                  <a:cubicBezTo>
                    <a:pt x="265522" y="295836"/>
                    <a:pt x="266052" y="295858"/>
                    <a:pt x="266581" y="295858"/>
                  </a:cubicBezTo>
                  <a:cubicBezTo>
                    <a:pt x="270398" y="295901"/>
                    <a:pt x="274215" y="295782"/>
                    <a:pt x="278020" y="295490"/>
                  </a:cubicBezTo>
                  <a:cubicBezTo>
                    <a:pt x="279113" y="295403"/>
                    <a:pt x="280215" y="295295"/>
                    <a:pt x="281329" y="295165"/>
                  </a:cubicBezTo>
                  <a:cubicBezTo>
                    <a:pt x="282031" y="295079"/>
                    <a:pt x="282734" y="294982"/>
                    <a:pt x="283437" y="294874"/>
                  </a:cubicBezTo>
                  <a:cubicBezTo>
                    <a:pt x="284216" y="294755"/>
                    <a:pt x="284983" y="294625"/>
                    <a:pt x="285751" y="294474"/>
                  </a:cubicBezTo>
                  <a:cubicBezTo>
                    <a:pt x="286151" y="294398"/>
                    <a:pt x="286540" y="294312"/>
                    <a:pt x="286929" y="294225"/>
                  </a:cubicBezTo>
                  <a:cubicBezTo>
                    <a:pt x="288010" y="293987"/>
                    <a:pt x="289081" y="293717"/>
                    <a:pt x="290129" y="293392"/>
                  </a:cubicBezTo>
                  <a:cubicBezTo>
                    <a:pt x="290356" y="293327"/>
                    <a:pt x="290573" y="293263"/>
                    <a:pt x="290789" y="293187"/>
                  </a:cubicBezTo>
                  <a:cubicBezTo>
                    <a:pt x="291233" y="293046"/>
                    <a:pt x="291675" y="292895"/>
                    <a:pt x="292108" y="292733"/>
                  </a:cubicBezTo>
                  <a:cubicBezTo>
                    <a:pt x="292476" y="292603"/>
                    <a:pt x="292843" y="292462"/>
                    <a:pt x="293200" y="292311"/>
                  </a:cubicBezTo>
                  <a:cubicBezTo>
                    <a:pt x="293589" y="292160"/>
                    <a:pt x="293979" y="291998"/>
                    <a:pt x="294368" y="291814"/>
                  </a:cubicBezTo>
                  <a:cubicBezTo>
                    <a:pt x="295038" y="291511"/>
                    <a:pt x="295687" y="291176"/>
                    <a:pt x="296325" y="290841"/>
                  </a:cubicBezTo>
                  <a:cubicBezTo>
                    <a:pt x="296443" y="290776"/>
                    <a:pt x="296563" y="290711"/>
                    <a:pt x="296682" y="290635"/>
                  </a:cubicBezTo>
                  <a:cubicBezTo>
                    <a:pt x="297027" y="290441"/>
                    <a:pt x="297351" y="290246"/>
                    <a:pt x="297687" y="290030"/>
                  </a:cubicBezTo>
                  <a:cubicBezTo>
                    <a:pt x="298065" y="289803"/>
                    <a:pt x="298422" y="289554"/>
                    <a:pt x="298779" y="289295"/>
                  </a:cubicBezTo>
                  <a:cubicBezTo>
                    <a:pt x="299006" y="289143"/>
                    <a:pt x="299222" y="288970"/>
                    <a:pt x="299439" y="288808"/>
                  </a:cubicBezTo>
                  <a:cubicBezTo>
                    <a:pt x="299676" y="288635"/>
                    <a:pt x="299893" y="288440"/>
                    <a:pt x="300120" y="288257"/>
                  </a:cubicBezTo>
                  <a:cubicBezTo>
                    <a:pt x="301395" y="287186"/>
                    <a:pt x="302542" y="285954"/>
                    <a:pt x="303537" y="284559"/>
                  </a:cubicBezTo>
                  <a:cubicBezTo>
                    <a:pt x="306520" y="280332"/>
                    <a:pt x="307581" y="275045"/>
                    <a:pt x="307310" y="269822"/>
                  </a:cubicBezTo>
                  <a:close/>
                  <a:moveTo>
                    <a:pt x="149727" y="23851"/>
                  </a:moveTo>
                  <a:cubicBezTo>
                    <a:pt x="149683" y="23938"/>
                    <a:pt x="149651" y="24014"/>
                    <a:pt x="149607" y="24100"/>
                  </a:cubicBezTo>
                  <a:cubicBezTo>
                    <a:pt x="149326" y="24684"/>
                    <a:pt x="149056" y="25268"/>
                    <a:pt x="148796" y="25862"/>
                  </a:cubicBezTo>
                  <a:cubicBezTo>
                    <a:pt x="148666" y="26176"/>
                    <a:pt x="148537" y="26478"/>
                    <a:pt x="148407" y="26803"/>
                  </a:cubicBezTo>
                  <a:cubicBezTo>
                    <a:pt x="148363" y="26900"/>
                    <a:pt x="148320" y="26997"/>
                    <a:pt x="148288" y="27106"/>
                  </a:cubicBezTo>
                  <a:cubicBezTo>
                    <a:pt x="148159" y="27387"/>
                    <a:pt x="148050" y="27668"/>
                    <a:pt x="147942" y="27960"/>
                  </a:cubicBezTo>
                  <a:cubicBezTo>
                    <a:pt x="147834" y="28230"/>
                    <a:pt x="147726" y="28511"/>
                    <a:pt x="147639" y="28782"/>
                  </a:cubicBezTo>
                  <a:cubicBezTo>
                    <a:pt x="147542" y="29041"/>
                    <a:pt x="147455" y="29300"/>
                    <a:pt x="147358" y="29560"/>
                  </a:cubicBezTo>
                  <a:cubicBezTo>
                    <a:pt x="147196" y="30025"/>
                    <a:pt x="147045" y="30490"/>
                    <a:pt x="146894" y="30966"/>
                  </a:cubicBezTo>
                  <a:cubicBezTo>
                    <a:pt x="146688" y="31625"/>
                    <a:pt x="146494" y="32285"/>
                    <a:pt x="146320" y="32944"/>
                  </a:cubicBezTo>
                  <a:cubicBezTo>
                    <a:pt x="146234" y="33225"/>
                    <a:pt x="146158" y="33517"/>
                    <a:pt x="146093" y="33798"/>
                  </a:cubicBezTo>
                  <a:cubicBezTo>
                    <a:pt x="145899" y="34544"/>
                    <a:pt x="145726" y="35301"/>
                    <a:pt x="145574" y="36058"/>
                  </a:cubicBezTo>
                  <a:cubicBezTo>
                    <a:pt x="145509" y="36350"/>
                    <a:pt x="145456" y="36631"/>
                    <a:pt x="145402" y="36923"/>
                  </a:cubicBezTo>
                  <a:cubicBezTo>
                    <a:pt x="145326" y="37290"/>
                    <a:pt x="145260" y="37658"/>
                    <a:pt x="145206" y="38026"/>
                  </a:cubicBezTo>
                  <a:cubicBezTo>
                    <a:pt x="145120" y="38523"/>
                    <a:pt x="145045" y="39010"/>
                    <a:pt x="144979" y="39496"/>
                  </a:cubicBezTo>
                  <a:cubicBezTo>
                    <a:pt x="144903" y="39993"/>
                    <a:pt x="144850" y="40491"/>
                    <a:pt x="144796" y="40977"/>
                  </a:cubicBezTo>
                  <a:cubicBezTo>
                    <a:pt x="144752" y="41334"/>
                    <a:pt x="144709" y="41691"/>
                    <a:pt x="144688" y="42037"/>
                  </a:cubicBezTo>
                  <a:cubicBezTo>
                    <a:pt x="144666" y="42318"/>
                    <a:pt x="144633" y="42588"/>
                    <a:pt x="144623" y="42869"/>
                  </a:cubicBezTo>
                  <a:cubicBezTo>
                    <a:pt x="144612" y="42891"/>
                    <a:pt x="144612" y="42924"/>
                    <a:pt x="144612" y="42945"/>
                  </a:cubicBezTo>
                  <a:cubicBezTo>
                    <a:pt x="144548" y="43745"/>
                    <a:pt x="144504" y="44545"/>
                    <a:pt x="144482" y="45345"/>
                  </a:cubicBezTo>
                  <a:cubicBezTo>
                    <a:pt x="144428" y="47281"/>
                    <a:pt x="144472" y="49216"/>
                    <a:pt x="144623" y="51151"/>
                  </a:cubicBezTo>
                  <a:cubicBezTo>
                    <a:pt x="144699" y="52070"/>
                    <a:pt x="144796" y="53000"/>
                    <a:pt x="144915" y="53919"/>
                  </a:cubicBezTo>
                  <a:cubicBezTo>
                    <a:pt x="145088" y="55303"/>
                    <a:pt x="145326" y="56676"/>
                    <a:pt x="145617" y="58049"/>
                  </a:cubicBezTo>
                  <a:cubicBezTo>
                    <a:pt x="145812" y="58957"/>
                    <a:pt x="146028" y="59866"/>
                    <a:pt x="146267" y="60763"/>
                  </a:cubicBezTo>
                  <a:cubicBezTo>
                    <a:pt x="146991" y="63455"/>
                    <a:pt x="147932" y="66104"/>
                    <a:pt x="149088" y="68645"/>
                  </a:cubicBezTo>
                  <a:cubicBezTo>
                    <a:pt x="149326" y="69175"/>
                    <a:pt x="149574" y="69694"/>
                    <a:pt x="149834" y="70202"/>
                  </a:cubicBezTo>
                  <a:cubicBezTo>
                    <a:pt x="150018" y="70591"/>
                    <a:pt x="150224" y="70980"/>
                    <a:pt x="150429" y="71359"/>
                  </a:cubicBezTo>
                  <a:cubicBezTo>
                    <a:pt x="150623" y="71748"/>
                    <a:pt x="150839" y="72127"/>
                    <a:pt x="151056" y="72505"/>
                  </a:cubicBezTo>
                  <a:cubicBezTo>
                    <a:pt x="151250" y="72862"/>
                    <a:pt x="151456" y="73218"/>
                    <a:pt x="151672" y="73575"/>
                  </a:cubicBezTo>
                  <a:cubicBezTo>
                    <a:pt x="151899" y="73954"/>
                    <a:pt x="152126" y="74343"/>
                    <a:pt x="152375" y="74711"/>
                  </a:cubicBezTo>
                  <a:cubicBezTo>
                    <a:pt x="152591" y="75067"/>
                    <a:pt x="152818" y="75413"/>
                    <a:pt x="153045" y="75748"/>
                  </a:cubicBezTo>
                  <a:cubicBezTo>
                    <a:pt x="153521" y="76473"/>
                    <a:pt x="154019" y="77187"/>
                    <a:pt x="154537" y="77878"/>
                  </a:cubicBezTo>
                  <a:cubicBezTo>
                    <a:pt x="154786" y="78214"/>
                    <a:pt x="155034" y="78538"/>
                    <a:pt x="155273" y="78862"/>
                  </a:cubicBezTo>
                  <a:cubicBezTo>
                    <a:pt x="155597" y="79273"/>
                    <a:pt x="155921" y="79684"/>
                    <a:pt x="156268" y="80084"/>
                  </a:cubicBezTo>
                  <a:cubicBezTo>
                    <a:pt x="156689" y="80592"/>
                    <a:pt x="157110" y="81089"/>
                    <a:pt x="157543" y="81587"/>
                  </a:cubicBezTo>
                  <a:cubicBezTo>
                    <a:pt x="158376" y="82528"/>
                    <a:pt x="159241" y="83425"/>
                    <a:pt x="160138" y="84301"/>
                  </a:cubicBezTo>
                  <a:cubicBezTo>
                    <a:pt x="160343" y="84506"/>
                    <a:pt x="160549" y="84712"/>
                    <a:pt x="160765" y="84906"/>
                  </a:cubicBezTo>
                  <a:lnTo>
                    <a:pt x="160830" y="84971"/>
                  </a:lnTo>
                  <a:cubicBezTo>
                    <a:pt x="161251" y="85360"/>
                    <a:pt x="161673" y="85749"/>
                    <a:pt x="162105" y="86128"/>
                  </a:cubicBezTo>
                  <a:cubicBezTo>
                    <a:pt x="162614" y="86582"/>
                    <a:pt x="163133" y="87025"/>
                    <a:pt x="163663" y="87458"/>
                  </a:cubicBezTo>
                  <a:cubicBezTo>
                    <a:pt x="163944" y="87685"/>
                    <a:pt x="164224" y="87912"/>
                    <a:pt x="164506" y="88128"/>
                  </a:cubicBezTo>
                  <a:cubicBezTo>
                    <a:pt x="165165" y="88658"/>
                    <a:pt x="165846" y="89166"/>
                    <a:pt x="166539" y="89664"/>
                  </a:cubicBezTo>
                  <a:cubicBezTo>
                    <a:pt x="167166" y="90118"/>
                    <a:pt x="167814" y="90550"/>
                    <a:pt x="168463" y="90972"/>
                  </a:cubicBezTo>
                  <a:cubicBezTo>
                    <a:pt x="168712" y="91134"/>
                    <a:pt x="168949" y="91285"/>
                    <a:pt x="169199" y="91437"/>
                  </a:cubicBezTo>
                  <a:cubicBezTo>
                    <a:pt x="171522" y="92896"/>
                    <a:pt x="173967" y="94172"/>
                    <a:pt x="176486" y="95253"/>
                  </a:cubicBezTo>
                  <a:cubicBezTo>
                    <a:pt x="176821" y="95394"/>
                    <a:pt x="177155" y="95534"/>
                    <a:pt x="177491" y="95664"/>
                  </a:cubicBezTo>
                  <a:cubicBezTo>
                    <a:pt x="177621" y="95729"/>
                    <a:pt x="177762" y="95783"/>
                    <a:pt x="177902" y="95826"/>
                  </a:cubicBezTo>
                  <a:cubicBezTo>
                    <a:pt x="178302" y="95988"/>
                    <a:pt x="178713" y="96151"/>
                    <a:pt x="179134" y="96291"/>
                  </a:cubicBezTo>
                  <a:cubicBezTo>
                    <a:pt x="179556" y="96453"/>
                    <a:pt x="179988" y="96605"/>
                    <a:pt x="180421" y="96745"/>
                  </a:cubicBezTo>
                  <a:cubicBezTo>
                    <a:pt x="181362" y="97059"/>
                    <a:pt x="182303" y="97340"/>
                    <a:pt x="183265" y="97599"/>
                  </a:cubicBezTo>
                  <a:cubicBezTo>
                    <a:pt x="182800" y="97599"/>
                    <a:pt x="182334" y="97588"/>
                    <a:pt x="181870" y="97556"/>
                  </a:cubicBezTo>
                  <a:cubicBezTo>
                    <a:pt x="181719" y="97556"/>
                    <a:pt x="181556" y="97556"/>
                    <a:pt x="181394" y="97535"/>
                  </a:cubicBezTo>
                  <a:cubicBezTo>
                    <a:pt x="181069" y="97524"/>
                    <a:pt x="180735" y="97502"/>
                    <a:pt x="180399" y="97470"/>
                  </a:cubicBezTo>
                  <a:cubicBezTo>
                    <a:pt x="180227" y="97459"/>
                    <a:pt x="180042" y="97448"/>
                    <a:pt x="179858" y="97426"/>
                  </a:cubicBezTo>
                  <a:cubicBezTo>
                    <a:pt x="179286" y="97372"/>
                    <a:pt x="178723" y="97307"/>
                    <a:pt x="178150" y="97232"/>
                  </a:cubicBezTo>
                  <a:cubicBezTo>
                    <a:pt x="177675" y="97167"/>
                    <a:pt x="177199" y="97102"/>
                    <a:pt x="176724" y="97015"/>
                  </a:cubicBezTo>
                  <a:cubicBezTo>
                    <a:pt x="174864" y="96713"/>
                    <a:pt x="172993" y="96280"/>
                    <a:pt x="171144" y="95740"/>
                  </a:cubicBezTo>
                  <a:cubicBezTo>
                    <a:pt x="170810" y="95643"/>
                    <a:pt x="170463" y="95534"/>
                    <a:pt x="170128" y="95415"/>
                  </a:cubicBezTo>
                  <a:cubicBezTo>
                    <a:pt x="168398" y="94875"/>
                    <a:pt x="166690" y="94226"/>
                    <a:pt x="165004" y="93480"/>
                  </a:cubicBezTo>
                  <a:cubicBezTo>
                    <a:pt x="164593" y="93307"/>
                    <a:pt x="164181" y="93112"/>
                    <a:pt x="163770" y="92918"/>
                  </a:cubicBezTo>
                  <a:cubicBezTo>
                    <a:pt x="163425" y="92756"/>
                    <a:pt x="163079" y="92583"/>
                    <a:pt x="162722" y="92410"/>
                  </a:cubicBezTo>
                  <a:cubicBezTo>
                    <a:pt x="162603" y="92356"/>
                    <a:pt x="162484" y="92291"/>
                    <a:pt x="162355" y="92226"/>
                  </a:cubicBezTo>
                  <a:cubicBezTo>
                    <a:pt x="162030" y="92053"/>
                    <a:pt x="161695" y="91880"/>
                    <a:pt x="161370" y="91707"/>
                  </a:cubicBezTo>
                  <a:cubicBezTo>
                    <a:pt x="160840" y="91415"/>
                    <a:pt x="160310" y="91123"/>
                    <a:pt x="159792" y="90820"/>
                  </a:cubicBezTo>
                  <a:cubicBezTo>
                    <a:pt x="159532" y="90680"/>
                    <a:pt x="159272" y="90528"/>
                    <a:pt x="159014" y="90366"/>
                  </a:cubicBezTo>
                  <a:cubicBezTo>
                    <a:pt x="158754" y="90215"/>
                    <a:pt x="158505" y="90053"/>
                    <a:pt x="158246" y="89891"/>
                  </a:cubicBezTo>
                  <a:cubicBezTo>
                    <a:pt x="157964" y="89717"/>
                    <a:pt x="157683" y="89534"/>
                    <a:pt x="157392" y="89350"/>
                  </a:cubicBezTo>
                  <a:cubicBezTo>
                    <a:pt x="157186" y="89198"/>
                    <a:pt x="156970" y="89058"/>
                    <a:pt x="156765" y="88906"/>
                  </a:cubicBezTo>
                  <a:cubicBezTo>
                    <a:pt x="156754" y="88917"/>
                    <a:pt x="156754" y="88906"/>
                    <a:pt x="156743" y="88906"/>
                  </a:cubicBezTo>
                  <a:cubicBezTo>
                    <a:pt x="156365" y="88647"/>
                    <a:pt x="155997" y="88398"/>
                    <a:pt x="155630" y="88128"/>
                  </a:cubicBezTo>
                  <a:cubicBezTo>
                    <a:pt x="155067" y="87739"/>
                    <a:pt x="154526" y="87328"/>
                    <a:pt x="153986" y="86896"/>
                  </a:cubicBezTo>
                  <a:cubicBezTo>
                    <a:pt x="153705" y="86679"/>
                    <a:pt x="153435" y="86463"/>
                    <a:pt x="153164" y="86236"/>
                  </a:cubicBezTo>
                  <a:cubicBezTo>
                    <a:pt x="152018" y="85306"/>
                    <a:pt x="150915" y="84322"/>
                    <a:pt x="149867" y="83295"/>
                  </a:cubicBezTo>
                  <a:cubicBezTo>
                    <a:pt x="149618" y="83046"/>
                    <a:pt x="149370" y="82798"/>
                    <a:pt x="149131" y="82549"/>
                  </a:cubicBezTo>
                  <a:cubicBezTo>
                    <a:pt x="148893" y="82311"/>
                    <a:pt x="148666" y="82074"/>
                    <a:pt x="148439" y="81825"/>
                  </a:cubicBezTo>
                  <a:cubicBezTo>
                    <a:pt x="147996" y="81349"/>
                    <a:pt x="147564" y="80862"/>
                    <a:pt x="147164" y="80376"/>
                  </a:cubicBezTo>
                  <a:cubicBezTo>
                    <a:pt x="146872" y="80052"/>
                    <a:pt x="146612" y="79738"/>
                    <a:pt x="146353" y="79403"/>
                  </a:cubicBezTo>
                  <a:cubicBezTo>
                    <a:pt x="145088" y="77824"/>
                    <a:pt x="143952" y="76159"/>
                    <a:pt x="142969" y="74440"/>
                  </a:cubicBezTo>
                  <a:cubicBezTo>
                    <a:pt x="142753" y="74073"/>
                    <a:pt x="142547" y="73705"/>
                    <a:pt x="142363" y="73327"/>
                  </a:cubicBezTo>
                  <a:cubicBezTo>
                    <a:pt x="142276" y="73175"/>
                    <a:pt x="142190" y="73013"/>
                    <a:pt x="142115" y="72851"/>
                  </a:cubicBezTo>
                  <a:cubicBezTo>
                    <a:pt x="141920" y="72462"/>
                    <a:pt x="141725" y="72072"/>
                    <a:pt x="141542" y="71672"/>
                  </a:cubicBezTo>
                  <a:cubicBezTo>
                    <a:pt x="139270" y="66721"/>
                    <a:pt x="138222" y="61206"/>
                    <a:pt x="138222" y="55584"/>
                  </a:cubicBezTo>
                  <a:cubicBezTo>
                    <a:pt x="138222" y="55141"/>
                    <a:pt x="138233" y="54708"/>
                    <a:pt x="138244" y="54265"/>
                  </a:cubicBezTo>
                  <a:cubicBezTo>
                    <a:pt x="138255" y="53746"/>
                    <a:pt x="138276" y="53238"/>
                    <a:pt x="138309" y="52719"/>
                  </a:cubicBezTo>
                  <a:cubicBezTo>
                    <a:pt x="138374" y="51778"/>
                    <a:pt x="138460" y="50838"/>
                    <a:pt x="138579" y="49897"/>
                  </a:cubicBezTo>
                  <a:cubicBezTo>
                    <a:pt x="138612" y="49605"/>
                    <a:pt x="138644" y="49313"/>
                    <a:pt x="138687" y="49021"/>
                  </a:cubicBezTo>
                  <a:cubicBezTo>
                    <a:pt x="138730" y="48643"/>
                    <a:pt x="138795" y="48265"/>
                    <a:pt x="138860" y="47875"/>
                  </a:cubicBezTo>
                  <a:cubicBezTo>
                    <a:pt x="138903" y="47583"/>
                    <a:pt x="138957" y="47291"/>
                    <a:pt x="139012" y="46989"/>
                  </a:cubicBezTo>
                  <a:cubicBezTo>
                    <a:pt x="139195" y="45972"/>
                    <a:pt x="139412" y="44945"/>
                    <a:pt x="139671" y="43918"/>
                  </a:cubicBezTo>
                  <a:cubicBezTo>
                    <a:pt x="139757" y="43572"/>
                    <a:pt x="139844" y="43226"/>
                    <a:pt x="139941" y="42880"/>
                  </a:cubicBezTo>
                  <a:cubicBezTo>
                    <a:pt x="140027" y="42534"/>
                    <a:pt x="140125" y="42188"/>
                    <a:pt x="140233" y="41842"/>
                  </a:cubicBezTo>
                  <a:cubicBezTo>
                    <a:pt x="140320" y="41518"/>
                    <a:pt x="140417" y="41194"/>
                    <a:pt x="140514" y="40880"/>
                  </a:cubicBezTo>
                  <a:cubicBezTo>
                    <a:pt x="140568" y="40685"/>
                    <a:pt x="140634" y="40502"/>
                    <a:pt x="140698" y="40307"/>
                  </a:cubicBezTo>
                  <a:cubicBezTo>
                    <a:pt x="140774" y="40080"/>
                    <a:pt x="140849" y="39853"/>
                    <a:pt x="140925" y="39626"/>
                  </a:cubicBezTo>
                  <a:cubicBezTo>
                    <a:pt x="141034" y="39280"/>
                    <a:pt x="141163" y="38945"/>
                    <a:pt x="141282" y="38599"/>
                  </a:cubicBezTo>
                  <a:cubicBezTo>
                    <a:pt x="141509" y="37982"/>
                    <a:pt x="141746" y="37366"/>
                    <a:pt x="141996" y="36750"/>
                  </a:cubicBezTo>
                  <a:cubicBezTo>
                    <a:pt x="142060" y="36588"/>
                    <a:pt x="142136" y="36426"/>
                    <a:pt x="142200" y="36263"/>
                  </a:cubicBezTo>
                  <a:cubicBezTo>
                    <a:pt x="142687" y="35106"/>
                    <a:pt x="143207" y="33971"/>
                    <a:pt x="143780" y="32858"/>
                  </a:cubicBezTo>
                  <a:cubicBezTo>
                    <a:pt x="143942" y="32544"/>
                    <a:pt x="144104" y="32230"/>
                    <a:pt x="144266" y="31917"/>
                  </a:cubicBezTo>
                  <a:cubicBezTo>
                    <a:pt x="144439" y="31603"/>
                    <a:pt x="144612" y="31290"/>
                    <a:pt x="144785" y="30987"/>
                  </a:cubicBezTo>
                  <a:cubicBezTo>
                    <a:pt x="145650" y="29452"/>
                    <a:pt x="146591" y="27960"/>
                    <a:pt x="147618" y="26554"/>
                  </a:cubicBezTo>
                  <a:cubicBezTo>
                    <a:pt x="147812" y="26273"/>
                    <a:pt x="148018" y="25992"/>
                    <a:pt x="148234" y="25722"/>
                  </a:cubicBezTo>
                  <a:cubicBezTo>
                    <a:pt x="148645" y="25170"/>
                    <a:pt x="149077" y="24630"/>
                    <a:pt x="149521" y="24100"/>
                  </a:cubicBezTo>
                  <a:cubicBezTo>
                    <a:pt x="149585" y="24014"/>
                    <a:pt x="149661" y="23938"/>
                    <a:pt x="149727" y="238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2" name="Google Shape;1362;p36"/>
            <p:cNvSpPr/>
            <p:nvPr/>
          </p:nvSpPr>
          <p:spPr>
            <a:xfrm>
              <a:off x="1346275" y="1961168"/>
              <a:ext cx="690507" cy="456460"/>
            </a:xfrm>
            <a:custGeom>
              <a:rect b="b" l="l" r="r" t="t"/>
              <a:pathLst>
                <a:path extrusionOk="0" h="202871" w="306892">
                  <a:moveTo>
                    <a:pt x="304648" y="159130"/>
                  </a:moveTo>
                  <a:cubicBezTo>
                    <a:pt x="304540" y="158935"/>
                    <a:pt x="304432" y="158730"/>
                    <a:pt x="304324" y="158535"/>
                  </a:cubicBezTo>
                  <a:cubicBezTo>
                    <a:pt x="304584" y="163757"/>
                    <a:pt x="303534" y="169044"/>
                    <a:pt x="300540" y="173272"/>
                  </a:cubicBezTo>
                  <a:cubicBezTo>
                    <a:pt x="295014" y="181078"/>
                    <a:pt x="284570" y="183467"/>
                    <a:pt x="275023" y="184203"/>
                  </a:cubicBezTo>
                  <a:cubicBezTo>
                    <a:pt x="251313" y="186030"/>
                    <a:pt x="227126" y="181229"/>
                    <a:pt x="205913" y="170482"/>
                  </a:cubicBezTo>
                  <a:cubicBezTo>
                    <a:pt x="193263" y="164082"/>
                    <a:pt x="181349" y="155497"/>
                    <a:pt x="167423" y="152772"/>
                  </a:cubicBezTo>
                  <a:cubicBezTo>
                    <a:pt x="152903" y="149929"/>
                    <a:pt x="136512" y="153486"/>
                    <a:pt x="124165" y="145334"/>
                  </a:cubicBezTo>
                  <a:cubicBezTo>
                    <a:pt x="112499" y="137636"/>
                    <a:pt x="105882" y="122045"/>
                    <a:pt x="103276" y="108325"/>
                  </a:cubicBezTo>
                  <a:cubicBezTo>
                    <a:pt x="123613" y="120185"/>
                    <a:pt x="147648" y="126726"/>
                    <a:pt x="171175" y="127581"/>
                  </a:cubicBezTo>
                  <a:cubicBezTo>
                    <a:pt x="146675" y="121645"/>
                    <a:pt x="123386" y="110282"/>
                    <a:pt x="102379" y="96334"/>
                  </a:cubicBezTo>
                  <a:cubicBezTo>
                    <a:pt x="147875" y="111395"/>
                    <a:pt x="196550" y="116650"/>
                    <a:pt x="243939" y="109449"/>
                  </a:cubicBezTo>
                  <a:cubicBezTo>
                    <a:pt x="170137" y="108487"/>
                    <a:pt x="96843" y="83673"/>
                    <a:pt x="37637" y="39615"/>
                  </a:cubicBezTo>
                  <a:cubicBezTo>
                    <a:pt x="25820" y="30814"/>
                    <a:pt x="14424" y="21148"/>
                    <a:pt x="5785" y="9212"/>
                  </a:cubicBezTo>
                  <a:cubicBezTo>
                    <a:pt x="3666" y="6282"/>
                    <a:pt x="1720" y="3200"/>
                    <a:pt x="0" y="0"/>
                  </a:cubicBezTo>
                  <a:cubicBezTo>
                    <a:pt x="5720" y="24910"/>
                    <a:pt x="17245" y="48437"/>
                    <a:pt x="33247" y="68364"/>
                  </a:cubicBezTo>
                  <a:cubicBezTo>
                    <a:pt x="56017" y="96723"/>
                    <a:pt x="96648" y="133560"/>
                    <a:pt x="91437" y="169563"/>
                  </a:cubicBezTo>
                  <a:cubicBezTo>
                    <a:pt x="91393" y="169855"/>
                    <a:pt x="91350" y="170158"/>
                    <a:pt x="91307" y="170450"/>
                  </a:cubicBezTo>
                  <a:cubicBezTo>
                    <a:pt x="89945" y="179716"/>
                    <a:pt x="95654" y="188571"/>
                    <a:pt x="104671" y="191111"/>
                  </a:cubicBezTo>
                  <a:cubicBezTo>
                    <a:pt x="166569" y="208573"/>
                    <a:pt x="233797" y="206497"/>
                    <a:pt x="294593" y="185500"/>
                  </a:cubicBezTo>
                  <a:cubicBezTo>
                    <a:pt x="305351" y="181781"/>
                    <a:pt x="310043" y="169152"/>
                    <a:pt x="304637" y="15914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3" name="Google Shape;1363;p36"/>
            <p:cNvSpPr/>
            <p:nvPr/>
          </p:nvSpPr>
          <p:spPr>
            <a:xfrm>
              <a:off x="1650652" y="1764339"/>
              <a:ext cx="101372" cy="165933"/>
            </a:xfrm>
            <a:custGeom>
              <a:rect b="b" l="l" r="r" t="t"/>
              <a:pathLst>
                <a:path extrusionOk="0" h="73748" w="45054">
                  <a:moveTo>
                    <a:pt x="45055" y="73748"/>
                  </a:moveTo>
                  <a:cubicBezTo>
                    <a:pt x="30155" y="69759"/>
                    <a:pt x="17257" y="58838"/>
                    <a:pt x="10867" y="44794"/>
                  </a:cubicBezTo>
                  <a:cubicBezTo>
                    <a:pt x="4477" y="30749"/>
                    <a:pt x="4716" y="13861"/>
                    <a:pt x="11505" y="0"/>
                  </a:cubicBezTo>
                  <a:cubicBezTo>
                    <a:pt x="812" y="12617"/>
                    <a:pt x="-3578" y="32782"/>
                    <a:pt x="3321" y="47821"/>
                  </a:cubicBezTo>
                  <a:cubicBezTo>
                    <a:pt x="10219" y="62850"/>
                    <a:pt x="28502" y="73640"/>
                    <a:pt x="45044" y="7374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4" name="Google Shape;1364;p36"/>
            <p:cNvSpPr/>
            <p:nvPr/>
          </p:nvSpPr>
          <p:spPr>
            <a:xfrm rot="-7508283">
              <a:off x="1266202" y="1330053"/>
              <a:ext cx="10946" cy="800630"/>
            </a:xfrm>
            <a:custGeom>
              <a:rect b="b" l="l" r="r" t="t"/>
              <a:pathLst>
                <a:path extrusionOk="0" h="355831" w="4865">
                  <a:moveTo>
                    <a:pt x="-1" y="0"/>
                  </a:moveTo>
                  <a:lnTo>
                    <a:pt x="4864" y="0"/>
                  </a:lnTo>
                  <a:lnTo>
                    <a:pt x="4864" y="355831"/>
                  </a:lnTo>
                  <a:lnTo>
                    <a:pt x="-1" y="355831"/>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5" name="Google Shape;1365;p36"/>
            <p:cNvSpPr/>
            <p:nvPr/>
          </p:nvSpPr>
          <p:spPr>
            <a:xfrm>
              <a:off x="790026" y="1807043"/>
              <a:ext cx="184464" cy="168723"/>
            </a:xfrm>
            <a:custGeom>
              <a:rect b="b" l="l" r="r" t="t"/>
              <a:pathLst>
                <a:path extrusionOk="0" h="74988" w="81984">
                  <a:moveTo>
                    <a:pt x="81985" y="62065"/>
                  </a:moveTo>
                  <a:lnTo>
                    <a:pt x="43851" y="7756"/>
                  </a:lnTo>
                  <a:cubicBezTo>
                    <a:pt x="36855" y="-2212"/>
                    <a:pt x="22238" y="-2645"/>
                    <a:pt x="14659" y="6880"/>
                  </a:cubicBezTo>
                  <a:lnTo>
                    <a:pt x="3966" y="20320"/>
                  </a:lnTo>
                  <a:cubicBezTo>
                    <a:pt x="-2737" y="28742"/>
                    <a:pt x="-716" y="41111"/>
                    <a:pt x="8313" y="46971"/>
                  </a:cubicBezTo>
                  <a:lnTo>
                    <a:pt x="46619" y="71817"/>
                  </a:lnTo>
                  <a:cubicBezTo>
                    <a:pt x="53366" y="76185"/>
                    <a:pt x="62091" y="76034"/>
                    <a:pt x="68665" y="71406"/>
                  </a:cubicBezTo>
                  <a:lnTo>
                    <a:pt x="81974" y="6206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6" name="Google Shape;1366;p36"/>
            <p:cNvSpPr/>
            <p:nvPr/>
          </p:nvSpPr>
          <p:spPr>
            <a:xfrm>
              <a:off x="809540" y="1826524"/>
              <a:ext cx="137882" cy="129807"/>
            </a:xfrm>
            <a:custGeom>
              <a:rect b="b" l="l" r="r" t="t"/>
              <a:pathLst>
                <a:path extrusionOk="0" h="57692" w="61281">
                  <a:moveTo>
                    <a:pt x="48685" y="57682"/>
                  </a:moveTo>
                  <a:cubicBezTo>
                    <a:pt x="46545" y="57682"/>
                    <a:pt x="44469" y="57065"/>
                    <a:pt x="42674" y="55898"/>
                  </a:cubicBezTo>
                  <a:lnTo>
                    <a:pt x="4368" y="31052"/>
                  </a:lnTo>
                  <a:cubicBezTo>
                    <a:pt x="2076" y="29560"/>
                    <a:pt x="562" y="27257"/>
                    <a:pt x="130" y="24554"/>
                  </a:cubicBezTo>
                  <a:cubicBezTo>
                    <a:pt x="-314" y="21851"/>
                    <a:pt x="389" y="19191"/>
                    <a:pt x="2086" y="17050"/>
                  </a:cubicBezTo>
                  <a:lnTo>
                    <a:pt x="12779" y="3611"/>
                  </a:lnTo>
                  <a:cubicBezTo>
                    <a:pt x="14607" y="1319"/>
                    <a:pt x="17342" y="0"/>
                    <a:pt x="20272" y="0"/>
                  </a:cubicBezTo>
                  <a:cubicBezTo>
                    <a:pt x="23440" y="0"/>
                    <a:pt x="26305" y="1481"/>
                    <a:pt x="28122" y="4076"/>
                  </a:cubicBezTo>
                  <a:lnTo>
                    <a:pt x="61282" y="51303"/>
                  </a:lnTo>
                  <a:lnTo>
                    <a:pt x="55054" y="55681"/>
                  </a:lnTo>
                  <a:cubicBezTo>
                    <a:pt x="53183" y="56990"/>
                    <a:pt x="50989" y="57692"/>
                    <a:pt x="48707" y="57692"/>
                  </a:cubicBezTo>
                  <a:lnTo>
                    <a:pt x="48707" y="5769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7" name="Google Shape;1367;p36"/>
            <p:cNvSpPr/>
            <p:nvPr/>
          </p:nvSpPr>
          <p:spPr>
            <a:xfrm>
              <a:off x="1593849" y="1439316"/>
              <a:ext cx="88281" cy="71179"/>
            </a:xfrm>
            <a:custGeom>
              <a:rect b="b" l="l" r="r" t="t"/>
              <a:pathLst>
                <a:path extrusionOk="0" h="31635" w="39236">
                  <a:moveTo>
                    <a:pt x="0" y="22327"/>
                  </a:moveTo>
                  <a:lnTo>
                    <a:pt x="31798" y="0"/>
                  </a:lnTo>
                  <a:cubicBezTo>
                    <a:pt x="35420" y="1546"/>
                    <a:pt x="38263" y="4855"/>
                    <a:pt x="39236" y="8671"/>
                  </a:cubicBezTo>
                  <a:lnTo>
                    <a:pt x="6530" y="31636"/>
                  </a:lnTo>
                  <a:lnTo>
                    <a:pt x="0" y="22327"/>
                  </a:lnTo>
                  <a:close/>
                </a:path>
              </a:pathLst>
            </a:custGeom>
            <a:solidFill>
              <a:srgbClr val="3E3C5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8" name="Google Shape;1368;p36"/>
            <p:cNvSpPr/>
            <p:nvPr/>
          </p:nvSpPr>
          <p:spPr>
            <a:xfrm>
              <a:off x="1514822" y="1436783"/>
              <a:ext cx="137005" cy="93773"/>
            </a:xfrm>
            <a:custGeom>
              <a:rect b="b" l="l" r="r" t="t"/>
              <a:pathLst>
                <a:path extrusionOk="0" h="41677" w="60891">
                  <a:moveTo>
                    <a:pt x="64" y="26782"/>
                  </a:moveTo>
                  <a:cubicBezTo>
                    <a:pt x="464" y="30598"/>
                    <a:pt x="2367" y="34134"/>
                    <a:pt x="4800" y="37096"/>
                  </a:cubicBezTo>
                  <a:cubicBezTo>
                    <a:pt x="6411" y="39053"/>
                    <a:pt x="8390" y="40880"/>
                    <a:pt x="10843" y="41497"/>
                  </a:cubicBezTo>
                  <a:cubicBezTo>
                    <a:pt x="13309" y="42113"/>
                    <a:pt x="16303" y="41140"/>
                    <a:pt x="17298" y="38805"/>
                  </a:cubicBezTo>
                  <a:cubicBezTo>
                    <a:pt x="18044" y="37042"/>
                    <a:pt x="17526" y="35010"/>
                    <a:pt x="16823" y="33226"/>
                  </a:cubicBezTo>
                  <a:cubicBezTo>
                    <a:pt x="16120" y="31442"/>
                    <a:pt x="15147" y="29052"/>
                    <a:pt x="15190" y="27138"/>
                  </a:cubicBezTo>
                  <a:cubicBezTo>
                    <a:pt x="18422" y="30501"/>
                    <a:pt x="19353" y="36015"/>
                    <a:pt x="23473" y="38210"/>
                  </a:cubicBezTo>
                  <a:cubicBezTo>
                    <a:pt x="25083" y="39075"/>
                    <a:pt x="27061" y="39259"/>
                    <a:pt x="28770" y="38610"/>
                  </a:cubicBezTo>
                  <a:cubicBezTo>
                    <a:pt x="30478" y="37961"/>
                    <a:pt x="31852" y="36448"/>
                    <a:pt x="32230" y="34653"/>
                  </a:cubicBezTo>
                  <a:cubicBezTo>
                    <a:pt x="32630" y="32717"/>
                    <a:pt x="31894" y="30750"/>
                    <a:pt x="31170" y="28922"/>
                  </a:cubicBezTo>
                  <a:cubicBezTo>
                    <a:pt x="29646" y="25063"/>
                    <a:pt x="28446" y="21008"/>
                    <a:pt x="26921" y="17148"/>
                  </a:cubicBezTo>
                  <a:cubicBezTo>
                    <a:pt x="29256" y="21041"/>
                    <a:pt x="31592" y="24933"/>
                    <a:pt x="33916" y="28836"/>
                  </a:cubicBezTo>
                  <a:cubicBezTo>
                    <a:pt x="34825" y="30350"/>
                    <a:pt x="35776" y="31906"/>
                    <a:pt x="37225" y="32890"/>
                  </a:cubicBezTo>
                  <a:cubicBezTo>
                    <a:pt x="39052" y="34123"/>
                    <a:pt x="41571" y="34253"/>
                    <a:pt x="43517" y="33215"/>
                  </a:cubicBezTo>
                  <a:cubicBezTo>
                    <a:pt x="45464" y="32177"/>
                    <a:pt x="46772" y="30047"/>
                    <a:pt x="46836" y="27841"/>
                  </a:cubicBezTo>
                  <a:cubicBezTo>
                    <a:pt x="46934" y="23960"/>
                    <a:pt x="43799" y="20230"/>
                    <a:pt x="42350" y="16629"/>
                  </a:cubicBezTo>
                  <a:cubicBezTo>
                    <a:pt x="44707" y="19278"/>
                    <a:pt x="47063" y="21927"/>
                    <a:pt x="49421" y="24576"/>
                  </a:cubicBezTo>
                  <a:cubicBezTo>
                    <a:pt x="50394" y="25668"/>
                    <a:pt x="51507" y="26836"/>
                    <a:pt x="52967" y="26987"/>
                  </a:cubicBezTo>
                  <a:cubicBezTo>
                    <a:pt x="54297" y="27128"/>
                    <a:pt x="55540" y="26371"/>
                    <a:pt x="56610" y="25582"/>
                  </a:cubicBezTo>
                  <a:cubicBezTo>
                    <a:pt x="58276" y="24360"/>
                    <a:pt x="59887" y="22889"/>
                    <a:pt x="60644" y="20965"/>
                  </a:cubicBezTo>
                  <a:cubicBezTo>
                    <a:pt x="60751" y="20695"/>
                    <a:pt x="60828" y="20413"/>
                    <a:pt x="60892" y="20132"/>
                  </a:cubicBezTo>
                  <a:cubicBezTo>
                    <a:pt x="56113" y="12445"/>
                    <a:pt x="49702" y="7039"/>
                    <a:pt x="42198" y="1406"/>
                  </a:cubicBezTo>
                  <a:cubicBezTo>
                    <a:pt x="40090" y="-172"/>
                    <a:pt x="37246" y="-464"/>
                    <a:pt x="34911" y="747"/>
                  </a:cubicBezTo>
                  <a:cubicBezTo>
                    <a:pt x="22586" y="7093"/>
                    <a:pt x="10800" y="14748"/>
                    <a:pt x="129" y="23614"/>
                  </a:cubicBezTo>
                  <a:cubicBezTo>
                    <a:pt x="-12" y="24663"/>
                    <a:pt x="-43" y="25733"/>
                    <a:pt x="64" y="26782"/>
                  </a:cubicBezTo>
                  <a:close/>
                </a:path>
              </a:pathLst>
            </a:custGeom>
            <a:solidFill>
              <a:srgbClr val="EBAE9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9" name="Google Shape;1369;p36"/>
            <p:cNvSpPr/>
            <p:nvPr/>
          </p:nvSpPr>
          <p:spPr>
            <a:xfrm>
              <a:off x="1507092" y="1474219"/>
              <a:ext cx="147555" cy="62690"/>
            </a:xfrm>
            <a:custGeom>
              <a:rect b="b" l="l" r="r" t="t"/>
              <a:pathLst>
                <a:path extrusionOk="0" h="27862" w="65580">
                  <a:moveTo>
                    <a:pt x="64813" y="4249"/>
                  </a:moveTo>
                  <a:cubicBezTo>
                    <a:pt x="64662" y="3990"/>
                    <a:pt x="64489" y="3752"/>
                    <a:pt x="64326" y="3503"/>
                  </a:cubicBezTo>
                  <a:cubicBezTo>
                    <a:pt x="64262" y="3784"/>
                    <a:pt x="64186" y="4065"/>
                    <a:pt x="64078" y="4336"/>
                  </a:cubicBezTo>
                  <a:cubicBezTo>
                    <a:pt x="63321" y="6260"/>
                    <a:pt x="61720" y="7730"/>
                    <a:pt x="60045" y="8952"/>
                  </a:cubicBezTo>
                  <a:cubicBezTo>
                    <a:pt x="58974" y="9742"/>
                    <a:pt x="57731" y="10498"/>
                    <a:pt x="56401" y="10358"/>
                  </a:cubicBezTo>
                  <a:cubicBezTo>
                    <a:pt x="54942" y="10206"/>
                    <a:pt x="53828" y="9039"/>
                    <a:pt x="52855" y="7947"/>
                  </a:cubicBezTo>
                  <a:cubicBezTo>
                    <a:pt x="50498" y="5298"/>
                    <a:pt x="48141" y="2649"/>
                    <a:pt x="45784" y="0"/>
                  </a:cubicBezTo>
                  <a:cubicBezTo>
                    <a:pt x="47233" y="3600"/>
                    <a:pt x="50368" y="7331"/>
                    <a:pt x="50271" y="11212"/>
                  </a:cubicBezTo>
                  <a:cubicBezTo>
                    <a:pt x="50217" y="13417"/>
                    <a:pt x="48909" y="15558"/>
                    <a:pt x="46951" y="16586"/>
                  </a:cubicBezTo>
                  <a:cubicBezTo>
                    <a:pt x="45005" y="17623"/>
                    <a:pt x="42486" y="17494"/>
                    <a:pt x="40659" y="16261"/>
                  </a:cubicBezTo>
                  <a:cubicBezTo>
                    <a:pt x="39199" y="15277"/>
                    <a:pt x="38248" y="13720"/>
                    <a:pt x="37350" y="12207"/>
                  </a:cubicBezTo>
                  <a:cubicBezTo>
                    <a:pt x="35016" y="8314"/>
                    <a:pt x="32680" y="4422"/>
                    <a:pt x="30355" y="519"/>
                  </a:cubicBezTo>
                  <a:cubicBezTo>
                    <a:pt x="31880" y="4379"/>
                    <a:pt x="33080" y="8433"/>
                    <a:pt x="34604" y="12293"/>
                  </a:cubicBezTo>
                  <a:cubicBezTo>
                    <a:pt x="35328" y="14131"/>
                    <a:pt x="36064" y="16099"/>
                    <a:pt x="35664" y="18023"/>
                  </a:cubicBezTo>
                  <a:cubicBezTo>
                    <a:pt x="35297" y="19808"/>
                    <a:pt x="33912" y="21332"/>
                    <a:pt x="32204" y="21981"/>
                  </a:cubicBezTo>
                  <a:cubicBezTo>
                    <a:pt x="30496" y="22629"/>
                    <a:pt x="28517" y="22435"/>
                    <a:pt x="26907" y="21581"/>
                  </a:cubicBezTo>
                  <a:cubicBezTo>
                    <a:pt x="22797" y="19386"/>
                    <a:pt x="21857" y="13872"/>
                    <a:pt x="18625" y="10509"/>
                  </a:cubicBezTo>
                  <a:cubicBezTo>
                    <a:pt x="18581" y="12423"/>
                    <a:pt x="19554" y="14812"/>
                    <a:pt x="20257" y="16596"/>
                  </a:cubicBezTo>
                  <a:cubicBezTo>
                    <a:pt x="20960" y="18380"/>
                    <a:pt x="21479" y="20413"/>
                    <a:pt x="20732" y="22175"/>
                  </a:cubicBezTo>
                  <a:cubicBezTo>
                    <a:pt x="19738" y="24511"/>
                    <a:pt x="16743" y="25484"/>
                    <a:pt x="14278" y="24867"/>
                  </a:cubicBezTo>
                  <a:cubicBezTo>
                    <a:pt x="11812" y="24251"/>
                    <a:pt x="9845" y="22424"/>
                    <a:pt x="8234" y="20467"/>
                  </a:cubicBezTo>
                  <a:cubicBezTo>
                    <a:pt x="5801" y="17504"/>
                    <a:pt x="3899" y="13969"/>
                    <a:pt x="3499" y="10152"/>
                  </a:cubicBezTo>
                  <a:cubicBezTo>
                    <a:pt x="3391" y="9104"/>
                    <a:pt x="3412" y="8033"/>
                    <a:pt x="3563" y="6984"/>
                  </a:cubicBezTo>
                  <a:cubicBezTo>
                    <a:pt x="3196" y="7287"/>
                    <a:pt x="2828" y="7579"/>
                    <a:pt x="2471" y="7882"/>
                  </a:cubicBezTo>
                  <a:cubicBezTo>
                    <a:pt x="-362" y="10282"/>
                    <a:pt x="-848" y="14531"/>
                    <a:pt x="1477" y="17429"/>
                  </a:cubicBezTo>
                  <a:cubicBezTo>
                    <a:pt x="3769" y="20283"/>
                    <a:pt x="6212" y="22986"/>
                    <a:pt x="8797" y="25592"/>
                  </a:cubicBezTo>
                  <a:cubicBezTo>
                    <a:pt x="10169" y="26976"/>
                    <a:pt x="12051" y="27743"/>
                    <a:pt x="13997" y="27819"/>
                  </a:cubicBezTo>
                  <a:cubicBezTo>
                    <a:pt x="31556" y="28511"/>
                    <a:pt x="47698" y="20780"/>
                    <a:pt x="62997" y="11623"/>
                  </a:cubicBezTo>
                  <a:cubicBezTo>
                    <a:pt x="65537" y="10098"/>
                    <a:pt x="66327" y="6812"/>
                    <a:pt x="64813" y="4260"/>
                  </a:cubicBezTo>
                  <a:close/>
                </a:path>
              </a:pathLst>
            </a:custGeom>
            <a:solidFill>
              <a:srgbClr val="CD817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0" name="Google Shape;1370;p36"/>
            <p:cNvSpPr/>
            <p:nvPr/>
          </p:nvSpPr>
          <p:spPr>
            <a:xfrm>
              <a:off x="1362973" y="1729388"/>
              <a:ext cx="790110" cy="226156"/>
            </a:xfrm>
            <a:custGeom>
              <a:rect b="b" l="l" r="r" t="t"/>
              <a:pathLst>
                <a:path extrusionOk="0" h="100514" w="351160">
                  <a:moveTo>
                    <a:pt x="0" y="55811"/>
                  </a:moveTo>
                  <a:cubicBezTo>
                    <a:pt x="32446" y="63585"/>
                    <a:pt x="64731" y="70385"/>
                    <a:pt x="97275" y="74991"/>
                  </a:cubicBezTo>
                  <a:cubicBezTo>
                    <a:pt x="129776" y="79705"/>
                    <a:pt x="162471" y="82430"/>
                    <a:pt x="195155" y="83154"/>
                  </a:cubicBezTo>
                  <a:cubicBezTo>
                    <a:pt x="203297" y="83338"/>
                    <a:pt x="211416" y="83316"/>
                    <a:pt x="219471" y="82971"/>
                  </a:cubicBezTo>
                  <a:cubicBezTo>
                    <a:pt x="227537" y="82700"/>
                    <a:pt x="235538" y="82052"/>
                    <a:pt x="243452" y="81046"/>
                  </a:cubicBezTo>
                  <a:cubicBezTo>
                    <a:pt x="259270" y="79046"/>
                    <a:pt x="274796" y="75305"/>
                    <a:pt x="289252" y="69056"/>
                  </a:cubicBezTo>
                  <a:cubicBezTo>
                    <a:pt x="303577" y="62774"/>
                    <a:pt x="317038" y="53811"/>
                    <a:pt x="327947" y="42166"/>
                  </a:cubicBezTo>
                  <a:cubicBezTo>
                    <a:pt x="338997" y="30662"/>
                    <a:pt x="347343" y="16283"/>
                    <a:pt x="351160" y="0"/>
                  </a:cubicBezTo>
                  <a:cubicBezTo>
                    <a:pt x="351084" y="2076"/>
                    <a:pt x="350987" y="4173"/>
                    <a:pt x="350857" y="6282"/>
                  </a:cubicBezTo>
                  <a:lnTo>
                    <a:pt x="350003" y="12552"/>
                  </a:lnTo>
                  <a:cubicBezTo>
                    <a:pt x="349582" y="14617"/>
                    <a:pt x="349052" y="16672"/>
                    <a:pt x="348565" y="18759"/>
                  </a:cubicBezTo>
                  <a:cubicBezTo>
                    <a:pt x="347982" y="20802"/>
                    <a:pt x="347290" y="22813"/>
                    <a:pt x="346641" y="24867"/>
                  </a:cubicBezTo>
                  <a:cubicBezTo>
                    <a:pt x="343765" y="32933"/>
                    <a:pt x="339516" y="40534"/>
                    <a:pt x="334510" y="47583"/>
                  </a:cubicBezTo>
                  <a:cubicBezTo>
                    <a:pt x="324250" y="61520"/>
                    <a:pt x="310692" y="73110"/>
                    <a:pt x="295188" y="81316"/>
                  </a:cubicBezTo>
                  <a:cubicBezTo>
                    <a:pt x="279726" y="89522"/>
                    <a:pt x="262816" y="94485"/>
                    <a:pt x="245841" y="97296"/>
                  </a:cubicBezTo>
                  <a:cubicBezTo>
                    <a:pt x="237344" y="98713"/>
                    <a:pt x="228791" y="99524"/>
                    <a:pt x="220282" y="100053"/>
                  </a:cubicBezTo>
                  <a:cubicBezTo>
                    <a:pt x="211763" y="100508"/>
                    <a:pt x="203275" y="100594"/>
                    <a:pt x="194820" y="100453"/>
                  </a:cubicBezTo>
                  <a:cubicBezTo>
                    <a:pt x="161141" y="99686"/>
                    <a:pt x="127581" y="95675"/>
                    <a:pt x="94810" y="88323"/>
                  </a:cubicBezTo>
                  <a:cubicBezTo>
                    <a:pt x="62082" y="80884"/>
                    <a:pt x="30046" y="70396"/>
                    <a:pt x="0" y="55811"/>
                  </a:cubicBezTo>
                  <a:close/>
                </a:path>
              </a:pathLst>
            </a:custGeom>
            <a:solidFill>
              <a:srgbClr val="FFFFFF">
                <a:alpha val="5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1" name="Google Shape;1371;p36"/>
            <p:cNvSpPr/>
            <p:nvPr/>
          </p:nvSpPr>
          <p:spPr>
            <a:xfrm>
              <a:off x="1520661" y="1983461"/>
              <a:ext cx="682344" cy="317261"/>
            </a:xfrm>
            <a:custGeom>
              <a:rect b="b" l="l" r="r" t="t"/>
              <a:pathLst>
                <a:path extrusionOk="0" h="141005" w="303264">
                  <a:moveTo>
                    <a:pt x="22" y="10834"/>
                  </a:moveTo>
                  <a:cubicBezTo>
                    <a:pt x="29712" y="32803"/>
                    <a:pt x="60233" y="52903"/>
                    <a:pt x="92258" y="70126"/>
                  </a:cubicBezTo>
                  <a:cubicBezTo>
                    <a:pt x="124207" y="87436"/>
                    <a:pt x="157454" y="102054"/>
                    <a:pt x="191695" y="113709"/>
                  </a:cubicBezTo>
                  <a:cubicBezTo>
                    <a:pt x="200291" y="116715"/>
                    <a:pt x="208736" y="119439"/>
                    <a:pt x="217222" y="121418"/>
                  </a:cubicBezTo>
                  <a:cubicBezTo>
                    <a:pt x="221450" y="122413"/>
                    <a:pt x="225678" y="123213"/>
                    <a:pt x="229883" y="123786"/>
                  </a:cubicBezTo>
                  <a:cubicBezTo>
                    <a:pt x="234078" y="124294"/>
                    <a:pt x="238252" y="124532"/>
                    <a:pt x="242350" y="124499"/>
                  </a:cubicBezTo>
                  <a:cubicBezTo>
                    <a:pt x="246425" y="124380"/>
                    <a:pt x="250426" y="123916"/>
                    <a:pt x="254286" y="123040"/>
                  </a:cubicBezTo>
                  <a:cubicBezTo>
                    <a:pt x="258102" y="122066"/>
                    <a:pt x="261768" y="120704"/>
                    <a:pt x="265238" y="118920"/>
                  </a:cubicBezTo>
                  <a:cubicBezTo>
                    <a:pt x="271996" y="115201"/>
                    <a:pt x="277920" y="109611"/>
                    <a:pt x="282288" y="102637"/>
                  </a:cubicBezTo>
                  <a:cubicBezTo>
                    <a:pt x="286765" y="95750"/>
                    <a:pt x="289759" y="87685"/>
                    <a:pt x="291576" y="79327"/>
                  </a:cubicBezTo>
                  <a:cubicBezTo>
                    <a:pt x="292441" y="75132"/>
                    <a:pt x="292992" y="70851"/>
                    <a:pt x="293197" y="66526"/>
                  </a:cubicBezTo>
                  <a:cubicBezTo>
                    <a:pt x="293370" y="62158"/>
                    <a:pt x="293197" y="57746"/>
                    <a:pt x="292863" y="53324"/>
                  </a:cubicBezTo>
                  <a:cubicBezTo>
                    <a:pt x="291554" y="35528"/>
                    <a:pt x="286095" y="17818"/>
                    <a:pt x="281326" y="0"/>
                  </a:cubicBezTo>
                  <a:cubicBezTo>
                    <a:pt x="289662" y="16445"/>
                    <a:pt x="297382" y="33420"/>
                    <a:pt x="301275" y="52146"/>
                  </a:cubicBezTo>
                  <a:cubicBezTo>
                    <a:pt x="302193" y="56828"/>
                    <a:pt x="302810" y="61585"/>
                    <a:pt x="303123" y="66418"/>
                  </a:cubicBezTo>
                  <a:cubicBezTo>
                    <a:pt x="303394" y="71283"/>
                    <a:pt x="303274" y="76202"/>
                    <a:pt x="302777" y="81089"/>
                  </a:cubicBezTo>
                  <a:cubicBezTo>
                    <a:pt x="301663" y="90853"/>
                    <a:pt x="298928" y="100616"/>
                    <a:pt x="294008" y="109546"/>
                  </a:cubicBezTo>
                  <a:cubicBezTo>
                    <a:pt x="289219" y="118520"/>
                    <a:pt x="281954" y="126586"/>
                    <a:pt x="272828" y="132154"/>
                  </a:cubicBezTo>
                  <a:cubicBezTo>
                    <a:pt x="268265" y="134846"/>
                    <a:pt x="263367" y="136987"/>
                    <a:pt x="258308" y="138425"/>
                  </a:cubicBezTo>
                  <a:cubicBezTo>
                    <a:pt x="253248" y="139787"/>
                    <a:pt x="248101" y="140566"/>
                    <a:pt x="242998" y="140901"/>
                  </a:cubicBezTo>
                  <a:cubicBezTo>
                    <a:pt x="222499" y="141863"/>
                    <a:pt x="203632" y="136046"/>
                    <a:pt x="186105" y="130089"/>
                  </a:cubicBezTo>
                  <a:cubicBezTo>
                    <a:pt x="150740" y="118034"/>
                    <a:pt x="116812" y="101783"/>
                    <a:pt x="85360" y="81814"/>
                  </a:cubicBezTo>
                  <a:cubicBezTo>
                    <a:pt x="53984" y="61768"/>
                    <a:pt x="24878" y="38177"/>
                    <a:pt x="0" y="10823"/>
                  </a:cubicBezTo>
                  <a:close/>
                </a:path>
              </a:pathLst>
            </a:custGeom>
            <a:solidFill>
              <a:srgbClr val="FFFFFF">
                <a:alpha val="5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372" name="Google Shape;1372;p36"/>
          <p:cNvSpPr/>
          <p:nvPr/>
        </p:nvSpPr>
        <p:spPr>
          <a:xfrm>
            <a:off x="1991910" y="1061589"/>
            <a:ext cx="1208554" cy="257234"/>
          </a:xfrm>
          <a:custGeom>
            <a:rect b="b" l="l" r="r" t="t"/>
            <a:pathLst>
              <a:path extrusionOk="0" h="59683" w="280407">
                <a:moveTo>
                  <a:pt x="11" y="59684"/>
                </a:moveTo>
                <a:lnTo>
                  <a:pt x="280407" y="59684"/>
                </a:lnTo>
                <a:cubicBezTo>
                  <a:pt x="274904" y="39509"/>
                  <a:pt x="252664" y="24718"/>
                  <a:pt x="232056" y="28232"/>
                </a:cubicBezTo>
                <a:cubicBezTo>
                  <a:pt x="231851" y="14544"/>
                  <a:pt x="219622" y="2986"/>
                  <a:pt x="206140" y="586"/>
                </a:cubicBezTo>
                <a:cubicBezTo>
                  <a:pt x="192658" y="-1815"/>
                  <a:pt x="178732" y="3419"/>
                  <a:pt x="167747" y="11603"/>
                </a:cubicBezTo>
                <a:cubicBezTo>
                  <a:pt x="155075" y="21053"/>
                  <a:pt x="145453" y="34524"/>
                  <a:pt x="140620" y="49564"/>
                </a:cubicBezTo>
                <a:cubicBezTo>
                  <a:pt x="137657" y="43790"/>
                  <a:pt x="131289" y="39941"/>
                  <a:pt x="124791" y="39984"/>
                </a:cubicBezTo>
                <a:cubicBezTo>
                  <a:pt x="118304" y="40038"/>
                  <a:pt x="111990" y="43985"/>
                  <a:pt x="109114" y="49802"/>
                </a:cubicBezTo>
                <a:cubicBezTo>
                  <a:pt x="93902" y="38968"/>
                  <a:pt x="74656" y="33951"/>
                  <a:pt x="56092" y="36006"/>
                </a:cubicBezTo>
                <a:cubicBezTo>
                  <a:pt x="37528" y="38049"/>
                  <a:pt x="12488" y="45790"/>
                  <a:pt x="0" y="5968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3" name="Google Shape;1373;p36"/>
          <p:cNvSpPr/>
          <p:nvPr/>
        </p:nvSpPr>
        <p:spPr>
          <a:xfrm>
            <a:off x="7982050" y="2713457"/>
            <a:ext cx="897454" cy="202286"/>
          </a:xfrm>
          <a:custGeom>
            <a:rect b="b" l="l" r="r" t="t"/>
            <a:pathLst>
              <a:path extrusionOk="0" h="46934" w="208226">
                <a:moveTo>
                  <a:pt x="208216" y="46934"/>
                </a:moveTo>
                <a:lnTo>
                  <a:pt x="0" y="46934"/>
                </a:lnTo>
                <a:cubicBezTo>
                  <a:pt x="13710" y="32932"/>
                  <a:pt x="36447" y="28683"/>
                  <a:pt x="54384" y="36576"/>
                </a:cubicBezTo>
                <a:cubicBezTo>
                  <a:pt x="56244" y="29884"/>
                  <a:pt x="64515" y="25818"/>
                  <a:pt x="70959" y="28424"/>
                </a:cubicBezTo>
                <a:cubicBezTo>
                  <a:pt x="71564" y="13060"/>
                  <a:pt x="85976" y="-422"/>
                  <a:pt x="101351" y="10"/>
                </a:cubicBezTo>
                <a:cubicBezTo>
                  <a:pt x="116725" y="443"/>
                  <a:pt x="130359" y="14704"/>
                  <a:pt x="130111" y="30078"/>
                </a:cubicBezTo>
                <a:cubicBezTo>
                  <a:pt x="135203" y="23710"/>
                  <a:pt x="144274" y="20823"/>
                  <a:pt x="152113" y="23083"/>
                </a:cubicBezTo>
                <a:cubicBezTo>
                  <a:pt x="159952" y="25343"/>
                  <a:pt x="166093" y="32619"/>
                  <a:pt x="167001" y="40728"/>
                </a:cubicBezTo>
                <a:cubicBezTo>
                  <a:pt x="179013" y="35160"/>
                  <a:pt x="198777" y="37646"/>
                  <a:pt x="208227" y="4692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4" name="Google Shape;1374;p36"/>
          <p:cNvSpPr/>
          <p:nvPr/>
        </p:nvSpPr>
        <p:spPr>
          <a:xfrm>
            <a:off x="4778475" y="3694475"/>
            <a:ext cx="3019800" cy="619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grpSp>
        <p:nvGrpSpPr>
          <p:cNvPr id="1379" name="Google Shape;1379;p37"/>
          <p:cNvGrpSpPr/>
          <p:nvPr/>
        </p:nvGrpSpPr>
        <p:grpSpPr>
          <a:xfrm flipH="1">
            <a:off x="7814590" y="3834908"/>
            <a:ext cx="1326491" cy="771410"/>
            <a:chOff x="-1" y="3834908"/>
            <a:chExt cx="1326491" cy="771410"/>
          </a:xfrm>
        </p:grpSpPr>
        <p:sp>
          <p:nvSpPr>
            <p:cNvPr id="1380" name="Google Shape;1380;p37"/>
            <p:cNvSpPr/>
            <p:nvPr/>
          </p:nvSpPr>
          <p:spPr>
            <a:xfrm flipH="1">
              <a:off x="180" y="3834908"/>
              <a:ext cx="997812" cy="678320"/>
            </a:xfrm>
            <a:custGeom>
              <a:rect b="b" l="l" r="r" t="t"/>
              <a:pathLst>
                <a:path extrusionOk="0" h="185841" w="226518">
                  <a:moveTo>
                    <a:pt x="194332" y="1391"/>
                  </a:moveTo>
                  <a:cubicBezTo>
                    <a:pt x="175984" y="5326"/>
                    <a:pt x="158987" y="20452"/>
                    <a:pt x="158219" y="39200"/>
                  </a:cubicBezTo>
                  <a:cubicBezTo>
                    <a:pt x="154435" y="32637"/>
                    <a:pt x="146024" y="29156"/>
                    <a:pt x="138704" y="31113"/>
                  </a:cubicBezTo>
                  <a:cubicBezTo>
                    <a:pt x="131395" y="33080"/>
                    <a:pt x="125860" y="40314"/>
                    <a:pt x="125870" y="47882"/>
                  </a:cubicBezTo>
                  <a:cubicBezTo>
                    <a:pt x="119156" y="35200"/>
                    <a:pt x="102798" y="29102"/>
                    <a:pt x="88958" y="32864"/>
                  </a:cubicBezTo>
                  <a:cubicBezTo>
                    <a:pt x="75119" y="36637"/>
                    <a:pt x="64469" y="49114"/>
                    <a:pt x="61345" y="63116"/>
                  </a:cubicBezTo>
                  <a:cubicBezTo>
                    <a:pt x="58220" y="77117"/>
                    <a:pt x="62091" y="92178"/>
                    <a:pt x="70222" y="104007"/>
                  </a:cubicBezTo>
                  <a:cubicBezTo>
                    <a:pt x="61712" y="101055"/>
                    <a:pt x="51625" y="109780"/>
                    <a:pt x="53312" y="118624"/>
                  </a:cubicBezTo>
                  <a:cubicBezTo>
                    <a:pt x="37180" y="119251"/>
                    <a:pt x="21481" y="127328"/>
                    <a:pt x="11589" y="140086"/>
                  </a:cubicBezTo>
                  <a:cubicBezTo>
                    <a:pt x="1695" y="152855"/>
                    <a:pt x="-2208" y="170067"/>
                    <a:pt x="1220" y="185842"/>
                  </a:cubicBezTo>
                  <a:cubicBezTo>
                    <a:pt x="72730" y="158498"/>
                    <a:pt x="150003" y="148530"/>
                    <a:pt x="226518" y="151914"/>
                  </a:cubicBezTo>
                  <a:lnTo>
                    <a:pt x="226518" y="2212"/>
                  </a:lnTo>
                  <a:cubicBezTo>
                    <a:pt x="215847" y="-166"/>
                    <a:pt x="204959" y="-901"/>
                    <a:pt x="194321" y="138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381" name="Google Shape;1381;p37"/>
            <p:cNvGrpSpPr/>
            <p:nvPr/>
          </p:nvGrpSpPr>
          <p:grpSpPr>
            <a:xfrm flipH="1">
              <a:off x="-1" y="4271587"/>
              <a:ext cx="1326491" cy="334731"/>
              <a:chOff x="7814590" y="4271587"/>
              <a:chExt cx="1326491" cy="334731"/>
            </a:xfrm>
          </p:grpSpPr>
          <p:sp>
            <p:nvSpPr>
              <p:cNvPr id="1382" name="Google Shape;1382;p37"/>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3" name="Google Shape;1383;p37"/>
              <p:cNvSpPr/>
              <p:nvPr/>
            </p:nvSpPr>
            <p:spPr>
              <a:xfrm>
                <a:off x="7814590" y="4271587"/>
                <a:ext cx="1326491" cy="334731"/>
              </a:xfrm>
              <a:custGeom>
                <a:rect b="b" l="l" r="r" t="t"/>
                <a:pathLst>
                  <a:path extrusionOk="0" h="91707" w="301133">
                    <a:moveTo>
                      <a:pt x="252340" y="4768"/>
                    </a:moveTo>
                    <a:cubicBezTo>
                      <a:pt x="222250" y="5319"/>
                      <a:pt x="192009" y="1578"/>
                      <a:pt x="162135" y="5233"/>
                    </a:cubicBezTo>
                    <a:cubicBezTo>
                      <a:pt x="100291" y="12791"/>
                      <a:pt x="47908" y="50437"/>
                      <a:pt x="0" y="91707"/>
                    </a:cubicBezTo>
                    <a:lnTo>
                      <a:pt x="88971" y="91707"/>
                    </a:lnTo>
                    <a:cubicBezTo>
                      <a:pt x="116347" y="70548"/>
                      <a:pt x="145734" y="52741"/>
                      <a:pt x="178851" y="43366"/>
                    </a:cubicBezTo>
                    <a:cubicBezTo>
                      <a:pt x="216768" y="32641"/>
                      <a:pt x="256870" y="33820"/>
                      <a:pt x="296041" y="29614"/>
                    </a:cubicBezTo>
                    <a:cubicBezTo>
                      <a:pt x="297739" y="29430"/>
                      <a:pt x="299436" y="29235"/>
                      <a:pt x="301134" y="29020"/>
                    </a:cubicBezTo>
                    <a:lnTo>
                      <a:pt x="301134" y="0"/>
                    </a:lnTo>
                    <a:cubicBezTo>
                      <a:pt x="285024" y="2854"/>
                      <a:pt x="268698" y="4465"/>
                      <a:pt x="252340" y="47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4" name="Google Shape;1384;p37"/>
              <p:cNvSpPr/>
              <p:nvPr/>
            </p:nvSpPr>
            <p:spPr>
              <a:xfrm>
                <a:off x="8206349" y="4377411"/>
                <a:ext cx="934574" cy="228808"/>
              </a:xfrm>
              <a:custGeom>
                <a:rect b="b" l="l" r="r" t="t"/>
                <a:pathLst>
                  <a:path extrusionOk="0" h="62687" w="212162">
                    <a:moveTo>
                      <a:pt x="89879" y="14347"/>
                    </a:moveTo>
                    <a:cubicBezTo>
                      <a:pt x="56763" y="23721"/>
                      <a:pt x="27376" y="41529"/>
                      <a:pt x="0" y="62687"/>
                    </a:cubicBezTo>
                    <a:lnTo>
                      <a:pt x="212162" y="62687"/>
                    </a:lnTo>
                    <a:lnTo>
                      <a:pt x="212162" y="0"/>
                    </a:lnTo>
                    <a:cubicBezTo>
                      <a:pt x="210465" y="205"/>
                      <a:pt x="208767" y="411"/>
                      <a:pt x="207070" y="594"/>
                    </a:cubicBezTo>
                    <a:cubicBezTo>
                      <a:pt x="167898" y="4800"/>
                      <a:pt x="127786" y="3622"/>
                      <a:pt x="89879" y="14347"/>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385" name="Google Shape;1385;p37"/>
          <p:cNvGrpSpPr/>
          <p:nvPr/>
        </p:nvGrpSpPr>
        <p:grpSpPr>
          <a:xfrm>
            <a:off x="3947927" y="3523125"/>
            <a:ext cx="393151" cy="888374"/>
            <a:chOff x="2371457" y="352177"/>
            <a:chExt cx="567236" cy="1281740"/>
          </a:xfrm>
        </p:grpSpPr>
        <p:sp>
          <p:nvSpPr>
            <p:cNvPr id="1386" name="Google Shape;1386;p37"/>
            <p:cNvSpPr/>
            <p:nvPr/>
          </p:nvSpPr>
          <p:spPr>
            <a:xfrm>
              <a:off x="2390160" y="533178"/>
              <a:ext cx="482527" cy="190061"/>
            </a:xfrm>
            <a:custGeom>
              <a:rect b="b" l="l" r="r" t="t"/>
              <a:pathLst>
                <a:path extrusionOk="0" h="19670" w="49951">
                  <a:moveTo>
                    <a:pt x="35961" y="3203"/>
                  </a:moveTo>
                  <a:cubicBezTo>
                    <a:pt x="33614" y="1322"/>
                    <a:pt x="30739" y="-213"/>
                    <a:pt x="27744" y="24"/>
                  </a:cubicBezTo>
                  <a:cubicBezTo>
                    <a:pt x="21376" y="522"/>
                    <a:pt x="17689" y="8404"/>
                    <a:pt x="11375" y="9377"/>
                  </a:cubicBezTo>
                  <a:cubicBezTo>
                    <a:pt x="7894" y="9917"/>
                    <a:pt x="4368" y="8122"/>
                    <a:pt x="1958" y="5549"/>
                  </a:cubicBezTo>
                  <a:cubicBezTo>
                    <a:pt x="1233" y="4771"/>
                    <a:pt x="584" y="3938"/>
                    <a:pt x="0" y="3052"/>
                  </a:cubicBezTo>
                  <a:lnTo>
                    <a:pt x="0" y="17486"/>
                  </a:lnTo>
                  <a:cubicBezTo>
                    <a:pt x="4120" y="21270"/>
                    <a:pt x="11580" y="20081"/>
                    <a:pt x="18943" y="14361"/>
                  </a:cubicBezTo>
                  <a:cubicBezTo>
                    <a:pt x="19203" y="14156"/>
                    <a:pt x="19461" y="13950"/>
                    <a:pt x="19732" y="13734"/>
                  </a:cubicBezTo>
                  <a:cubicBezTo>
                    <a:pt x="22327" y="11626"/>
                    <a:pt x="24933" y="9128"/>
                    <a:pt x="27582" y="7679"/>
                  </a:cubicBezTo>
                  <a:cubicBezTo>
                    <a:pt x="27636" y="7647"/>
                    <a:pt x="27700" y="7625"/>
                    <a:pt x="27754" y="7593"/>
                  </a:cubicBezTo>
                  <a:cubicBezTo>
                    <a:pt x="31160" y="5776"/>
                    <a:pt x="34123" y="5971"/>
                    <a:pt x="36556" y="6955"/>
                  </a:cubicBezTo>
                  <a:cubicBezTo>
                    <a:pt x="36890" y="7095"/>
                    <a:pt x="37226" y="7247"/>
                    <a:pt x="37550" y="7409"/>
                  </a:cubicBezTo>
                  <a:cubicBezTo>
                    <a:pt x="39215" y="8263"/>
                    <a:pt x="40685" y="9420"/>
                    <a:pt x="42286" y="10382"/>
                  </a:cubicBezTo>
                  <a:cubicBezTo>
                    <a:pt x="43227" y="10945"/>
                    <a:pt x="44221" y="11453"/>
                    <a:pt x="45313" y="11777"/>
                  </a:cubicBezTo>
                  <a:cubicBezTo>
                    <a:pt x="46643" y="12177"/>
                    <a:pt x="48222" y="12177"/>
                    <a:pt x="49951" y="11766"/>
                  </a:cubicBezTo>
                  <a:cubicBezTo>
                    <a:pt x="47421" y="11366"/>
                    <a:pt x="44978" y="10458"/>
                    <a:pt x="42859" y="9042"/>
                  </a:cubicBezTo>
                  <a:cubicBezTo>
                    <a:pt x="40361" y="7366"/>
                    <a:pt x="38318" y="5095"/>
                    <a:pt x="35972" y="321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7" name="Google Shape;1387;p37"/>
            <p:cNvSpPr/>
            <p:nvPr/>
          </p:nvSpPr>
          <p:spPr>
            <a:xfrm>
              <a:off x="2431237" y="412801"/>
              <a:ext cx="101614" cy="153440"/>
            </a:xfrm>
            <a:custGeom>
              <a:rect b="b" l="l" r="r" t="t"/>
              <a:pathLst>
                <a:path extrusionOk="0" h="15880" w="10519">
                  <a:moveTo>
                    <a:pt x="670" y="9774"/>
                  </a:moveTo>
                  <a:cubicBezTo>
                    <a:pt x="1016" y="11796"/>
                    <a:pt x="1913" y="13828"/>
                    <a:pt x="3578" y="15007"/>
                  </a:cubicBezTo>
                  <a:cubicBezTo>
                    <a:pt x="5254" y="16185"/>
                    <a:pt x="7806" y="16240"/>
                    <a:pt x="9211" y="14747"/>
                  </a:cubicBezTo>
                  <a:cubicBezTo>
                    <a:pt x="10055" y="13850"/>
                    <a:pt x="10368" y="12585"/>
                    <a:pt x="10401" y="11353"/>
                  </a:cubicBezTo>
                  <a:cubicBezTo>
                    <a:pt x="10443" y="10131"/>
                    <a:pt x="10239" y="8909"/>
                    <a:pt x="10206" y="7687"/>
                  </a:cubicBezTo>
                  <a:cubicBezTo>
                    <a:pt x="10173" y="6541"/>
                    <a:pt x="10282" y="5406"/>
                    <a:pt x="10519" y="4281"/>
                  </a:cubicBezTo>
                  <a:cubicBezTo>
                    <a:pt x="6725" y="3817"/>
                    <a:pt x="3048" y="2314"/>
                    <a:pt x="0" y="0"/>
                  </a:cubicBezTo>
                  <a:cubicBezTo>
                    <a:pt x="291" y="1178"/>
                    <a:pt x="389" y="2422"/>
                    <a:pt x="421" y="3644"/>
                  </a:cubicBezTo>
                  <a:cubicBezTo>
                    <a:pt x="465" y="5687"/>
                    <a:pt x="335" y="7763"/>
                    <a:pt x="670" y="977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8" name="Google Shape;1388;p37"/>
            <p:cNvSpPr/>
            <p:nvPr/>
          </p:nvSpPr>
          <p:spPr>
            <a:xfrm>
              <a:off x="2390160" y="371096"/>
              <a:ext cx="548533" cy="275488"/>
            </a:xfrm>
            <a:custGeom>
              <a:rect b="b" l="l" r="r" t="t"/>
              <a:pathLst>
                <a:path extrusionOk="0" h="28511" w="56784">
                  <a:moveTo>
                    <a:pt x="52103" y="24738"/>
                  </a:moveTo>
                  <a:cubicBezTo>
                    <a:pt x="49941" y="24143"/>
                    <a:pt x="47898" y="22943"/>
                    <a:pt x="46178" y="21483"/>
                  </a:cubicBezTo>
                  <a:cubicBezTo>
                    <a:pt x="43237" y="18996"/>
                    <a:pt x="40978" y="15807"/>
                    <a:pt x="38285" y="13039"/>
                  </a:cubicBezTo>
                  <a:cubicBezTo>
                    <a:pt x="35604" y="10271"/>
                    <a:pt x="32252" y="7828"/>
                    <a:pt x="28414" y="7503"/>
                  </a:cubicBezTo>
                  <a:cubicBezTo>
                    <a:pt x="25733" y="7276"/>
                    <a:pt x="23095" y="8098"/>
                    <a:pt x="20424" y="8509"/>
                  </a:cubicBezTo>
                  <a:cubicBezTo>
                    <a:pt x="20251" y="8531"/>
                    <a:pt x="20078" y="8563"/>
                    <a:pt x="19905" y="8585"/>
                  </a:cubicBezTo>
                  <a:cubicBezTo>
                    <a:pt x="18943" y="8714"/>
                    <a:pt x="17970" y="8758"/>
                    <a:pt x="16997" y="8747"/>
                  </a:cubicBezTo>
                  <a:cubicBezTo>
                    <a:pt x="16251" y="8736"/>
                    <a:pt x="15504" y="8682"/>
                    <a:pt x="14769" y="8585"/>
                  </a:cubicBezTo>
                  <a:cubicBezTo>
                    <a:pt x="14532" y="9698"/>
                    <a:pt x="14412" y="10844"/>
                    <a:pt x="14456" y="11990"/>
                  </a:cubicBezTo>
                  <a:cubicBezTo>
                    <a:pt x="14499" y="13212"/>
                    <a:pt x="14693" y="14434"/>
                    <a:pt x="14651" y="15656"/>
                  </a:cubicBezTo>
                  <a:cubicBezTo>
                    <a:pt x="14608" y="16877"/>
                    <a:pt x="14294" y="18153"/>
                    <a:pt x="13461" y="19051"/>
                  </a:cubicBezTo>
                  <a:cubicBezTo>
                    <a:pt x="12056" y="20543"/>
                    <a:pt x="9504" y="20489"/>
                    <a:pt x="7828" y="19310"/>
                  </a:cubicBezTo>
                  <a:cubicBezTo>
                    <a:pt x="6152" y="18131"/>
                    <a:pt x="5255" y="16099"/>
                    <a:pt x="4920" y="14077"/>
                  </a:cubicBezTo>
                  <a:cubicBezTo>
                    <a:pt x="4585" y="12055"/>
                    <a:pt x="4714" y="9990"/>
                    <a:pt x="4671" y="7947"/>
                  </a:cubicBezTo>
                  <a:cubicBezTo>
                    <a:pt x="4650" y="6725"/>
                    <a:pt x="4541" y="5492"/>
                    <a:pt x="4250" y="4303"/>
                  </a:cubicBezTo>
                  <a:cubicBezTo>
                    <a:pt x="4044" y="4152"/>
                    <a:pt x="3839" y="3990"/>
                    <a:pt x="3644" y="3827"/>
                  </a:cubicBezTo>
                  <a:cubicBezTo>
                    <a:pt x="2271" y="2714"/>
                    <a:pt x="1038" y="1438"/>
                    <a:pt x="0" y="0"/>
                  </a:cubicBezTo>
                  <a:lnTo>
                    <a:pt x="0" y="19807"/>
                  </a:lnTo>
                  <a:cubicBezTo>
                    <a:pt x="584" y="20683"/>
                    <a:pt x="1233" y="21526"/>
                    <a:pt x="1958" y="22305"/>
                  </a:cubicBezTo>
                  <a:cubicBezTo>
                    <a:pt x="4368" y="24867"/>
                    <a:pt x="7894" y="26673"/>
                    <a:pt x="11375" y="26132"/>
                  </a:cubicBezTo>
                  <a:cubicBezTo>
                    <a:pt x="17689" y="25159"/>
                    <a:pt x="21376" y="17288"/>
                    <a:pt x="27744" y="16780"/>
                  </a:cubicBezTo>
                  <a:cubicBezTo>
                    <a:pt x="30739" y="16542"/>
                    <a:pt x="33614" y="18077"/>
                    <a:pt x="35961" y="19959"/>
                  </a:cubicBezTo>
                  <a:cubicBezTo>
                    <a:pt x="38307" y="21840"/>
                    <a:pt x="40350" y="24111"/>
                    <a:pt x="42848" y="25786"/>
                  </a:cubicBezTo>
                  <a:cubicBezTo>
                    <a:pt x="44978" y="27203"/>
                    <a:pt x="47421" y="28122"/>
                    <a:pt x="49941" y="28511"/>
                  </a:cubicBezTo>
                  <a:cubicBezTo>
                    <a:pt x="52070" y="27992"/>
                    <a:pt x="54427" y="26835"/>
                    <a:pt x="56785" y="24932"/>
                  </a:cubicBezTo>
                  <a:cubicBezTo>
                    <a:pt x="55217" y="25267"/>
                    <a:pt x="53628" y="25149"/>
                    <a:pt x="52093" y="24727"/>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9" name="Google Shape;1389;p37"/>
            <p:cNvSpPr/>
            <p:nvPr/>
          </p:nvSpPr>
          <p:spPr>
            <a:xfrm>
              <a:off x="2390160" y="533178"/>
              <a:ext cx="482527" cy="190061"/>
            </a:xfrm>
            <a:custGeom>
              <a:rect b="b" l="l" r="r" t="t"/>
              <a:pathLst>
                <a:path extrusionOk="0" h="19670" w="49951">
                  <a:moveTo>
                    <a:pt x="35961" y="3203"/>
                  </a:moveTo>
                  <a:cubicBezTo>
                    <a:pt x="33614" y="1322"/>
                    <a:pt x="30739" y="-213"/>
                    <a:pt x="27744" y="24"/>
                  </a:cubicBezTo>
                  <a:cubicBezTo>
                    <a:pt x="21376" y="522"/>
                    <a:pt x="17689" y="8404"/>
                    <a:pt x="11375" y="9377"/>
                  </a:cubicBezTo>
                  <a:cubicBezTo>
                    <a:pt x="7894" y="9917"/>
                    <a:pt x="4368" y="8122"/>
                    <a:pt x="1958" y="5549"/>
                  </a:cubicBezTo>
                  <a:cubicBezTo>
                    <a:pt x="1233" y="4771"/>
                    <a:pt x="584" y="3938"/>
                    <a:pt x="0" y="3052"/>
                  </a:cubicBezTo>
                  <a:lnTo>
                    <a:pt x="0" y="17486"/>
                  </a:lnTo>
                  <a:cubicBezTo>
                    <a:pt x="4120" y="21270"/>
                    <a:pt x="11580" y="20081"/>
                    <a:pt x="18943" y="14361"/>
                  </a:cubicBezTo>
                  <a:cubicBezTo>
                    <a:pt x="19203" y="14156"/>
                    <a:pt x="19461" y="13950"/>
                    <a:pt x="19732" y="13734"/>
                  </a:cubicBezTo>
                  <a:cubicBezTo>
                    <a:pt x="22327" y="11626"/>
                    <a:pt x="24933" y="9128"/>
                    <a:pt x="27582" y="7679"/>
                  </a:cubicBezTo>
                  <a:cubicBezTo>
                    <a:pt x="27636" y="7647"/>
                    <a:pt x="27700" y="7625"/>
                    <a:pt x="27754" y="7593"/>
                  </a:cubicBezTo>
                  <a:cubicBezTo>
                    <a:pt x="31160" y="5776"/>
                    <a:pt x="34123" y="5971"/>
                    <a:pt x="36556" y="6955"/>
                  </a:cubicBezTo>
                  <a:cubicBezTo>
                    <a:pt x="36890" y="7095"/>
                    <a:pt x="37226" y="7247"/>
                    <a:pt x="37550" y="7409"/>
                  </a:cubicBezTo>
                  <a:cubicBezTo>
                    <a:pt x="39215" y="8263"/>
                    <a:pt x="40685" y="9420"/>
                    <a:pt x="42286" y="10382"/>
                  </a:cubicBezTo>
                  <a:cubicBezTo>
                    <a:pt x="43227" y="10945"/>
                    <a:pt x="44221" y="11453"/>
                    <a:pt x="45313" y="11777"/>
                  </a:cubicBezTo>
                  <a:cubicBezTo>
                    <a:pt x="46643" y="12177"/>
                    <a:pt x="48222" y="12177"/>
                    <a:pt x="49951" y="11766"/>
                  </a:cubicBezTo>
                  <a:cubicBezTo>
                    <a:pt x="47421" y="11366"/>
                    <a:pt x="44978" y="10458"/>
                    <a:pt x="42859" y="9042"/>
                  </a:cubicBezTo>
                  <a:cubicBezTo>
                    <a:pt x="40361" y="7366"/>
                    <a:pt x="38318" y="5095"/>
                    <a:pt x="35972" y="3214"/>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0" name="Google Shape;1390;p37"/>
            <p:cNvSpPr/>
            <p:nvPr/>
          </p:nvSpPr>
          <p:spPr>
            <a:xfrm>
              <a:off x="2431237" y="412801"/>
              <a:ext cx="101614" cy="153440"/>
            </a:xfrm>
            <a:custGeom>
              <a:rect b="b" l="l" r="r" t="t"/>
              <a:pathLst>
                <a:path extrusionOk="0" h="15880" w="10519">
                  <a:moveTo>
                    <a:pt x="670" y="9774"/>
                  </a:moveTo>
                  <a:cubicBezTo>
                    <a:pt x="1016" y="11796"/>
                    <a:pt x="1913" y="13828"/>
                    <a:pt x="3578" y="15007"/>
                  </a:cubicBezTo>
                  <a:cubicBezTo>
                    <a:pt x="5254" y="16185"/>
                    <a:pt x="7806" y="16240"/>
                    <a:pt x="9211" y="14747"/>
                  </a:cubicBezTo>
                  <a:cubicBezTo>
                    <a:pt x="10055" y="13850"/>
                    <a:pt x="10368" y="12585"/>
                    <a:pt x="10401" y="11353"/>
                  </a:cubicBezTo>
                  <a:cubicBezTo>
                    <a:pt x="10443" y="10131"/>
                    <a:pt x="10239" y="8909"/>
                    <a:pt x="10206" y="7687"/>
                  </a:cubicBezTo>
                  <a:cubicBezTo>
                    <a:pt x="10173" y="6541"/>
                    <a:pt x="10282" y="5406"/>
                    <a:pt x="10519" y="4281"/>
                  </a:cubicBezTo>
                  <a:cubicBezTo>
                    <a:pt x="6725" y="3817"/>
                    <a:pt x="3048" y="2314"/>
                    <a:pt x="0" y="0"/>
                  </a:cubicBezTo>
                  <a:cubicBezTo>
                    <a:pt x="291" y="1178"/>
                    <a:pt x="389" y="2422"/>
                    <a:pt x="421" y="3644"/>
                  </a:cubicBezTo>
                  <a:cubicBezTo>
                    <a:pt x="465" y="5687"/>
                    <a:pt x="335" y="7763"/>
                    <a:pt x="670" y="9774"/>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1" name="Google Shape;1391;p37"/>
            <p:cNvSpPr/>
            <p:nvPr/>
          </p:nvSpPr>
          <p:spPr>
            <a:xfrm>
              <a:off x="2371457" y="352177"/>
              <a:ext cx="29347" cy="1281740"/>
            </a:xfrm>
            <a:custGeom>
              <a:rect b="b" l="l" r="r" t="t"/>
              <a:pathLst>
                <a:path extrusionOk="0" h="132651" w="3038">
                  <a:moveTo>
                    <a:pt x="1514" y="0"/>
                  </a:moveTo>
                  <a:cubicBezTo>
                    <a:pt x="670" y="0"/>
                    <a:pt x="0" y="205"/>
                    <a:pt x="0" y="465"/>
                  </a:cubicBezTo>
                  <a:lnTo>
                    <a:pt x="0" y="132068"/>
                  </a:lnTo>
                  <a:cubicBezTo>
                    <a:pt x="876" y="132316"/>
                    <a:pt x="1904" y="132522"/>
                    <a:pt x="3039" y="132652"/>
                  </a:cubicBezTo>
                  <a:lnTo>
                    <a:pt x="3039" y="465"/>
                  </a:lnTo>
                  <a:cubicBezTo>
                    <a:pt x="3039" y="205"/>
                    <a:pt x="2358" y="0"/>
                    <a:pt x="1525"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2" name="Google Shape;1392;p37"/>
            <p:cNvSpPr/>
            <p:nvPr/>
          </p:nvSpPr>
          <p:spPr>
            <a:xfrm>
              <a:off x="2371457" y="352177"/>
              <a:ext cx="29347" cy="1281740"/>
            </a:xfrm>
            <a:custGeom>
              <a:rect b="b" l="l" r="r" t="t"/>
              <a:pathLst>
                <a:path extrusionOk="0" h="132651" w="3038">
                  <a:moveTo>
                    <a:pt x="1514" y="0"/>
                  </a:moveTo>
                  <a:cubicBezTo>
                    <a:pt x="670" y="0"/>
                    <a:pt x="0" y="205"/>
                    <a:pt x="0" y="465"/>
                  </a:cubicBezTo>
                  <a:lnTo>
                    <a:pt x="0" y="132068"/>
                  </a:lnTo>
                  <a:cubicBezTo>
                    <a:pt x="876" y="132316"/>
                    <a:pt x="1904" y="132522"/>
                    <a:pt x="3039" y="132652"/>
                  </a:cubicBezTo>
                  <a:lnTo>
                    <a:pt x="3039" y="465"/>
                  </a:lnTo>
                  <a:cubicBezTo>
                    <a:pt x="3039" y="205"/>
                    <a:pt x="2358" y="0"/>
                    <a:pt x="1525" y="0"/>
                  </a:cubicBezTo>
                  <a:close/>
                </a:path>
              </a:pathLst>
            </a:custGeom>
            <a:solidFill>
              <a:srgbClr val="BF2543">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393" name="Google Shape;1393;p37"/>
          <p:cNvSpPr/>
          <p:nvPr/>
        </p:nvSpPr>
        <p:spPr>
          <a:xfrm>
            <a:off x="8507389" y="578462"/>
            <a:ext cx="572154" cy="104365"/>
          </a:xfrm>
          <a:custGeom>
            <a:rect b="b" l="l" r="r" t="t"/>
            <a:pathLst>
              <a:path extrusionOk="0" h="16231" w="88982">
                <a:moveTo>
                  <a:pt x="88982" y="16232"/>
                </a:moveTo>
                <a:lnTo>
                  <a:pt x="0" y="16232"/>
                </a:lnTo>
                <a:cubicBezTo>
                  <a:pt x="3406" y="7399"/>
                  <a:pt x="9558" y="1127"/>
                  <a:pt x="18975" y="133"/>
                </a:cubicBezTo>
                <a:cubicBezTo>
                  <a:pt x="28392" y="-862"/>
                  <a:pt x="38188" y="3798"/>
                  <a:pt x="43356" y="11723"/>
                </a:cubicBezTo>
                <a:cubicBezTo>
                  <a:pt x="57660" y="4209"/>
                  <a:pt x="77273" y="5085"/>
                  <a:pt x="88971" y="162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394" name="Google Shape;1394;p37"/>
          <p:cNvGrpSpPr/>
          <p:nvPr/>
        </p:nvGrpSpPr>
        <p:grpSpPr>
          <a:xfrm>
            <a:off x="6634691" y="3738180"/>
            <a:ext cx="917688" cy="1400236"/>
            <a:chOff x="1298027" y="4087007"/>
            <a:chExt cx="283780" cy="433000"/>
          </a:xfrm>
        </p:grpSpPr>
        <p:sp>
          <p:nvSpPr>
            <p:cNvPr id="1395" name="Google Shape;1395;p37"/>
            <p:cNvSpPr/>
            <p:nvPr/>
          </p:nvSpPr>
          <p:spPr>
            <a:xfrm>
              <a:off x="1382917" y="4365467"/>
              <a:ext cx="113905" cy="29476"/>
            </a:xfrm>
            <a:custGeom>
              <a:rect b="b" l="l" r="r" t="t"/>
              <a:pathLst>
                <a:path extrusionOk="0" h="20942" w="80927">
                  <a:moveTo>
                    <a:pt x="80927" y="20942"/>
                  </a:moveTo>
                  <a:lnTo>
                    <a:pt x="0" y="20942"/>
                  </a:lnTo>
                  <a:lnTo>
                    <a:pt x="6195" y="5579"/>
                  </a:lnTo>
                  <a:cubicBezTo>
                    <a:pt x="7558" y="2205"/>
                    <a:pt x="10823" y="0"/>
                    <a:pt x="14456" y="0"/>
                  </a:cubicBezTo>
                  <a:lnTo>
                    <a:pt x="66472" y="0"/>
                  </a:lnTo>
                  <a:cubicBezTo>
                    <a:pt x="70105" y="0"/>
                    <a:pt x="73370" y="2205"/>
                    <a:pt x="74732" y="5579"/>
                  </a:cubicBezTo>
                  <a:lnTo>
                    <a:pt x="80927" y="20942"/>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6" name="Google Shape;1396;p37"/>
            <p:cNvSpPr/>
            <p:nvPr/>
          </p:nvSpPr>
          <p:spPr>
            <a:xfrm>
              <a:off x="1382903" y="4394924"/>
              <a:ext cx="113934" cy="81354"/>
            </a:xfrm>
            <a:custGeom>
              <a:rect b="b" l="l" r="r" t="t"/>
              <a:pathLst>
                <a:path extrusionOk="0" h="57800" w="80948">
                  <a:moveTo>
                    <a:pt x="40469" y="0"/>
                  </a:moveTo>
                  <a:lnTo>
                    <a:pt x="0" y="0"/>
                  </a:lnTo>
                  <a:lnTo>
                    <a:pt x="4736" y="4001"/>
                  </a:lnTo>
                  <a:cubicBezTo>
                    <a:pt x="19840" y="16770"/>
                    <a:pt x="28565" y="35561"/>
                    <a:pt x="28565" y="55346"/>
                  </a:cubicBezTo>
                  <a:lnTo>
                    <a:pt x="28565" y="57800"/>
                  </a:lnTo>
                  <a:lnTo>
                    <a:pt x="52384" y="57800"/>
                  </a:lnTo>
                  <a:lnTo>
                    <a:pt x="52384" y="55346"/>
                  </a:lnTo>
                  <a:cubicBezTo>
                    <a:pt x="52384" y="35561"/>
                    <a:pt x="61098" y="16780"/>
                    <a:pt x="76213" y="4001"/>
                  </a:cubicBezTo>
                  <a:lnTo>
                    <a:pt x="80949" y="0"/>
                  </a:lnTo>
                  <a:lnTo>
                    <a:pt x="40480" y="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7" name="Google Shape;1397;p37"/>
            <p:cNvSpPr/>
            <p:nvPr/>
          </p:nvSpPr>
          <p:spPr>
            <a:xfrm>
              <a:off x="1382917" y="4365467"/>
              <a:ext cx="113905" cy="29476"/>
            </a:xfrm>
            <a:custGeom>
              <a:rect b="b" l="l" r="r" t="t"/>
              <a:pathLst>
                <a:path extrusionOk="0" h="20942" w="80927">
                  <a:moveTo>
                    <a:pt x="80927" y="20942"/>
                  </a:moveTo>
                  <a:lnTo>
                    <a:pt x="0" y="20942"/>
                  </a:lnTo>
                  <a:lnTo>
                    <a:pt x="6195" y="5579"/>
                  </a:lnTo>
                  <a:cubicBezTo>
                    <a:pt x="7558" y="2205"/>
                    <a:pt x="10823" y="0"/>
                    <a:pt x="14456" y="0"/>
                  </a:cubicBezTo>
                  <a:lnTo>
                    <a:pt x="66472" y="0"/>
                  </a:lnTo>
                  <a:cubicBezTo>
                    <a:pt x="70105" y="0"/>
                    <a:pt x="73370" y="2205"/>
                    <a:pt x="74732" y="5579"/>
                  </a:cubicBezTo>
                  <a:lnTo>
                    <a:pt x="80927" y="20942"/>
                  </a:lnTo>
                  <a:close/>
                </a:path>
              </a:pathLst>
            </a:custGeom>
            <a:solidFill>
              <a:srgbClr val="BF2543">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8" name="Google Shape;1398;p37"/>
            <p:cNvSpPr/>
            <p:nvPr/>
          </p:nvSpPr>
          <p:spPr>
            <a:xfrm>
              <a:off x="1382903" y="4394924"/>
              <a:ext cx="113934" cy="81354"/>
            </a:xfrm>
            <a:custGeom>
              <a:rect b="b" l="l" r="r" t="t"/>
              <a:pathLst>
                <a:path extrusionOk="0" h="57800" w="80948">
                  <a:moveTo>
                    <a:pt x="40469" y="0"/>
                  </a:moveTo>
                  <a:lnTo>
                    <a:pt x="0" y="0"/>
                  </a:lnTo>
                  <a:lnTo>
                    <a:pt x="4736" y="4001"/>
                  </a:lnTo>
                  <a:cubicBezTo>
                    <a:pt x="19840" y="16770"/>
                    <a:pt x="28565" y="35561"/>
                    <a:pt x="28565" y="55346"/>
                  </a:cubicBezTo>
                  <a:lnTo>
                    <a:pt x="28565" y="57800"/>
                  </a:lnTo>
                  <a:lnTo>
                    <a:pt x="52384" y="57800"/>
                  </a:lnTo>
                  <a:lnTo>
                    <a:pt x="52384" y="55346"/>
                  </a:lnTo>
                  <a:cubicBezTo>
                    <a:pt x="52384" y="35561"/>
                    <a:pt x="61098" y="16780"/>
                    <a:pt x="76213" y="4001"/>
                  </a:cubicBezTo>
                  <a:lnTo>
                    <a:pt x="80949" y="0"/>
                  </a:lnTo>
                  <a:lnTo>
                    <a:pt x="40480" y="0"/>
                  </a:lnTo>
                  <a:close/>
                </a:path>
              </a:pathLst>
            </a:custGeom>
            <a:solidFill>
              <a:srgbClr val="BF2543">
                <a:alpha val="3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9" name="Google Shape;1399;p37"/>
            <p:cNvSpPr/>
            <p:nvPr/>
          </p:nvSpPr>
          <p:spPr>
            <a:xfrm>
              <a:off x="1445422" y="4394924"/>
              <a:ext cx="51360" cy="81369"/>
            </a:xfrm>
            <a:custGeom>
              <a:rect b="b" l="l" r="r" t="t"/>
              <a:pathLst>
                <a:path extrusionOk="0" h="57811" w="36490">
                  <a:moveTo>
                    <a:pt x="23862" y="0"/>
                  </a:moveTo>
                  <a:lnTo>
                    <a:pt x="23840" y="22"/>
                  </a:lnTo>
                  <a:lnTo>
                    <a:pt x="20197" y="3157"/>
                  </a:lnTo>
                  <a:lnTo>
                    <a:pt x="19570" y="3698"/>
                  </a:lnTo>
                  <a:cubicBezTo>
                    <a:pt x="5514" y="15775"/>
                    <a:pt x="0" y="39831"/>
                    <a:pt x="0" y="57812"/>
                  </a:cubicBezTo>
                  <a:lnTo>
                    <a:pt x="7925" y="57812"/>
                  </a:lnTo>
                  <a:lnTo>
                    <a:pt x="7925" y="55357"/>
                  </a:lnTo>
                  <a:cubicBezTo>
                    <a:pt x="7925" y="35571"/>
                    <a:pt x="16639" y="16791"/>
                    <a:pt x="31755" y="4011"/>
                  </a:cubicBezTo>
                  <a:lnTo>
                    <a:pt x="36490" y="11"/>
                  </a:lnTo>
                  <a:lnTo>
                    <a:pt x="23873" y="11"/>
                  </a:ln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0" name="Google Shape;1400;p37"/>
            <p:cNvSpPr/>
            <p:nvPr/>
          </p:nvSpPr>
          <p:spPr>
            <a:xfrm>
              <a:off x="1426914" y="4476227"/>
              <a:ext cx="25839" cy="43780"/>
            </a:xfrm>
            <a:custGeom>
              <a:rect b="b" l="l" r="r" t="t"/>
              <a:pathLst>
                <a:path extrusionOk="0" h="31105" w="18358">
                  <a:moveTo>
                    <a:pt x="0" y="0"/>
                  </a:moveTo>
                  <a:lnTo>
                    <a:pt x="18359" y="0"/>
                  </a:lnTo>
                  <a:lnTo>
                    <a:pt x="18359" y="31106"/>
                  </a:lnTo>
                  <a:lnTo>
                    <a:pt x="0" y="31106"/>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1" name="Google Shape;1401;p37"/>
            <p:cNvSpPr/>
            <p:nvPr/>
          </p:nvSpPr>
          <p:spPr>
            <a:xfrm>
              <a:off x="1445422" y="4476227"/>
              <a:ext cx="7319" cy="43780"/>
            </a:xfrm>
            <a:custGeom>
              <a:rect b="b" l="l" r="r" t="t"/>
              <a:pathLst>
                <a:path extrusionOk="0" h="31105" w="5200">
                  <a:moveTo>
                    <a:pt x="0" y="0"/>
                  </a:moveTo>
                  <a:lnTo>
                    <a:pt x="5201" y="0"/>
                  </a:lnTo>
                  <a:lnTo>
                    <a:pt x="5201" y="31106"/>
                  </a:lnTo>
                  <a:lnTo>
                    <a:pt x="0" y="3110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2" name="Google Shape;1402;p37"/>
            <p:cNvSpPr/>
            <p:nvPr/>
          </p:nvSpPr>
          <p:spPr>
            <a:xfrm>
              <a:off x="1382917" y="4365467"/>
              <a:ext cx="113905" cy="29476"/>
            </a:xfrm>
            <a:custGeom>
              <a:rect b="b" l="l" r="r" t="t"/>
              <a:pathLst>
                <a:path extrusionOk="0" h="20942" w="80927">
                  <a:moveTo>
                    <a:pt x="80927" y="20942"/>
                  </a:moveTo>
                  <a:lnTo>
                    <a:pt x="0" y="20942"/>
                  </a:lnTo>
                  <a:lnTo>
                    <a:pt x="6195" y="5579"/>
                  </a:lnTo>
                  <a:cubicBezTo>
                    <a:pt x="7558" y="2205"/>
                    <a:pt x="10823" y="0"/>
                    <a:pt x="14456" y="0"/>
                  </a:cubicBezTo>
                  <a:lnTo>
                    <a:pt x="66472" y="0"/>
                  </a:lnTo>
                  <a:cubicBezTo>
                    <a:pt x="70105" y="0"/>
                    <a:pt x="73370" y="2205"/>
                    <a:pt x="74732" y="5579"/>
                  </a:cubicBezTo>
                  <a:lnTo>
                    <a:pt x="80927" y="20942"/>
                  </a:lnTo>
                  <a:close/>
                </a:path>
              </a:pathLst>
            </a:custGeom>
            <a:solidFill>
              <a:srgbClr val="FFFFFF">
                <a:alpha val="4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3" name="Google Shape;1403;p37"/>
            <p:cNvSpPr/>
            <p:nvPr/>
          </p:nvSpPr>
          <p:spPr>
            <a:xfrm>
              <a:off x="1393685" y="4365481"/>
              <a:ext cx="103115" cy="29476"/>
            </a:xfrm>
            <a:custGeom>
              <a:rect b="b" l="l" r="r" t="t"/>
              <a:pathLst>
                <a:path extrusionOk="0" h="20942" w="73261">
                  <a:moveTo>
                    <a:pt x="55692" y="8736"/>
                  </a:moveTo>
                  <a:lnTo>
                    <a:pt x="60612" y="20943"/>
                  </a:lnTo>
                  <a:lnTo>
                    <a:pt x="73262" y="20943"/>
                  </a:lnTo>
                  <a:lnTo>
                    <a:pt x="67066" y="5579"/>
                  </a:lnTo>
                  <a:cubicBezTo>
                    <a:pt x="65704" y="2206"/>
                    <a:pt x="62439" y="0"/>
                    <a:pt x="58806" y="0"/>
                  </a:cubicBezTo>
                  <a:lnTo>
                    <a:pt x="6790" y="0"/>
                  </a:lnTo>
                  <a:cubicBezTo>
                    <a:pt x="4130" y="0"/>
                    <a:pt x="1665" y="1189"/>
                    <a:pt x="0" y="3157"/>
                  </a:cubicBezTo>
                  <a:lnTo>
                    <a:pt x="47421" y="3157"/>
                  </a:lnTo>
                  <a:cubicBezTo>
                    <a:pt x="51054" y="3157"/>
                    <a:pt x="54319" y="5363"/>
                    <a:pt x="55681" y="8736"/>
                  </a:cubicBezTo>
                  <a:close/>
                </a:path>
              </a:pathLst>
            </a:custGeom>
            <a:solidFill>
              <a:srgbClr val="191919">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4" name="Google Shape;1404;p37"/>
            <p:cNvSpPr/>
            <p:nvPr/>
          </p:nvSpPr>
          <p:spPr>
            <a:xfrm>
              <a:off x="1298027" y="4087007"/>
              <a:ext cx="283780" cy="283780"/>
            </a:xfrm>
            <a:custGeom>
              <a:rect b="b" l="l" r="r" t="t"/>
              <a:pathLst>
                <a:path extrusionOk="0" h="201620" w="201620">
                  <a:moveTo>
                    <a:pt x="201621" y="100810"/>
                  </a:moveTo>
                  <a:cubicBezTo>
                    <a:pt x="201621" y="156486"/>
                    <a:pt x="156486" y="201621"/>
                    <a:pt x="100810" y="201621"/>
                  </a:cubicBezTo>
                  <a:cubicBezTo>
                    <a:pt x="45134" y="201621"/>
                    <a:pt x="0" y="156486"/>
                    <a:pt x="0" y="100810"/>
                  </a:cubicBezTo>
                  <a:cubicBezTo>
                    <a:pt x="0" y="45134"/>
                    <a:pt x="45134" y="0"/>
                    <a:pt x="100810" y="0"/>
                  </a:cubicBezTo>
                  <a:cubicBezTo>
                    <a:pt x="156486" y="0"/>
                    <a:pt x="201621" y="45134"/>
                    <a:pt x="201621" y="1008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5" name="Google Shape;1405;p37"/>
            <p:cNvSpPr/>
            <p:nvPr/>
          </p:nvSpPr>
          <p:spPr>
            <a:xfrm>
              <a:off x="1298027" y="4120677"/>
              <a:ext cx="277708" cy="250089"/>
            </a:xfrm>
            <a:custGeom>
              <a:rect b="b" l="l" r="r" t="t"/>
              <a:pathLst>
                <a:path extrusionOk="0" h="177683" w="197306">
                  <a:moveTo>
                    <a:pt x="31311" y="29192"/>
                  </a:moveTo>
                  <a:cubicBezTo>
                    <a:pt x="31311" y="19040"/>
                    <a:pt x="32825" y="9245"/>
                    <a:pt x="35625" y="0"/>
                  </a:cubicBezTo>
                  <a:cubicBezTo>
                    <a:pt x="13839" y="18488"/>
                    <a:pt x="0" y="46059"/>
                    <a:pt x="0" y="76873"/>
                  </a:cubicBezTo>
                  <a:cubicBezTo>
                    <a:pt x="0" y="132544"/>
                    <a:pt x="45129" y="177683"/>
                    <a:pt x="100810" y="177683"/>
                  </a:cubicBezTo>
                  <a:cubicBezTo>
                    <a:pt x="146328" y="177683"/>
                    <a:pt x="184787" y="147507"/>
                    <a:pt x="197307" y="106065"/>
                  </a:cubicBezTo>
                  <a:cubicBezTo>
                    <a:pt x="179727" y="120986"/>
                    <a:pt x="156989" y="130003"/>
                    <a:pt x="132122" y="130003"/>
                  </a:cubicBezTo>
                  <a:cubicBezTo>
                    <a:pt x="76451" y="130003"/>
                    <a:pt x="31311" y="84874"/>
                    <a:pt x="31311" y="29192"/>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6" name="Google Shape;1406;p37"/>
            <p:cNvSpPr/>
            <p:nvPr/>
          </p:nvSpPr>
          <p:spPr>
            <a:xfrm rot="-2574653">
              <a:off x="1524568" y="4131532"/>
              <a:ext cx="21438" cy="44549"/>
            </a:xfrm>
            <a:custGeom>
              <a:rect b="b" l="l" r="r" t="t"/>
              <a:pathLst>
                <a:path extrusionOk="0" h="31678" w="15244">
                  <a:moveTo>
                    <a:pt x="15245" y="15839"/>
                  </a:moveTo>
                  <a:cubicBezTo>
                    <a:pt x="15245" y="24587"/>
                    <a:pt x="11832" y="31679"/>
                    <a:pt x="7622" y="31679"/>
                  </a:cubicBezTo>
                  <a:cubicBezTo>
                    <a:pt x="3413" y="31679"/>
                    <a:pt x="0" y="24587"/>
                    <a:pt x="0" y="15839"/>
                  </a:cubicBezTo>
                  <a:cubicBezTo>
                    <a:pt x="0" y="7092"/>
                    <a:pt x="3413" y="0"/>
                    <a:pt x="7622" y="0"/>
                  </a:cubicBezTo>
                  <a:cubicBezTo>
                    <a:pt x="11832" y="0"/>
                    <a:pt x="15245" y="7092"/>
                    <a:pt x="15245" y="1583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7" name="Google Shape;1407;p37"/>
            <p:cNvSpPr/>
            <p:nvPr/>
          </p:nvSpPr>
          <p:spPr>
            <a:xfrm>
              <a:off x="1473638" y="4139074"/>
              <a:ext cx="39205" cy="33324"/>
            </a:xfrm>
            <a:custGeom>
              <a:rect b="b" l="l" r="r" t="t"/>
              <a:pathLst>
                <a:path extrusionOk="0" h="23676" w="27854">
                  <a:moveTo>
                    <a:pt x="26799" y="21077"/>
                  </a:moveTo>
                  <a:cubicBezTo>
                    <a:pt x="23869" y="25164"/>
                    <a:pt x="15728" y="24342"/>
                    <a:pt x="8614" y="19239"/>
                  </a:cubicBezTo>
                  <a:cubicBezTo>
                    <a:pt x="1499" y="14136"/>
                    <a:pt x="-1874" y="6686"/>
                    <a:pt x="1056" y="2599"/>
                  </a:cubicBezTo>
                  <a:cubicBezTo>
                    <a:pt x="3986" y="-1488"/>
                    <a:pt x="12128" y="-666"/>
                    <a:pt x="19242" y="4437"/>
                  </a:cubicBezTo>
                  <a:cubicBezTo>
                    <a:pt x="26345" y="9541"/>
                    <a:pt x="29729" y="16990"/>
                    <a:pt x="26799" y="2107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8" name="Google Shape;1408;p37"/>
            <p:cNvSpPr/>
            <p:nvPr/>
          </p:nvSpPr>
          <p:spPr>
            <a:xfrm>
              <a:off x="1470399" y="4103771"/>
              <a:ext cx="41124" cy="27549"/>
            </a:xfrm>
            <a:custGeom>
              <a:rect b="b" l="l" r="r" t="t"/>
              <a:pathLst>
                <a:path extrusionOk="0" h="19573" w="29218">
                  <a:moveTo>
                    <a:pt x="28821" y="16787"/>
                  </a:moveTo>
                  <a:cubicBezTo>
                    <a:pt x="26962" y="20561"/>
                    <a:pt x="19091" y="20496"/>
                    <a:pt x="11241" y="16625"/>
                  </a:cubicBezTo>
                  <a:cubicBezTo>
                    <a:pt x="3392" y="12755"/>
                    <a:pt x="-1463" y="6559"/>
                    <a:pt x="397" y="2786"/>
                  </a:cubicBezTo>
                  <a:cubicBezTo>
                    <a:pt x="2256" y="-987"/>
                    <a:pt x="10128" y="-922"/>
                    <a:pt x="17977" y="2948"/>
                  </a:cubicBezTo>
                  <a:cubicBezTo>
                    <a:pt x="25826" y="6819"/>
                    <a:pt x="30681" y="13014"/>
                    <a:pt x="28821" y="1678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409" name="Google Shape;1409;p37"/>
          <p:cNvSpPr/>
          <p:nvPr/>
        </p:nvSpPr>
        <p:spPr>
          <a:xfrm>
            <a:off x="3647926" y="487312"/>
            <a:ext cx="572154" cy="104365"/>
          </a:xfrm>
          <a:custGeom>
            <a:rect b="b" l="l" r="r" t="t"/>
            <a:pathLst>
              <a:path extrusionOk="0" h="16231" w="88982">
                <a:moveTo>
                  <a:pt x="88982" y="16232"/>
                </a:moveTo>
                <a:lnTo>
                  <a:pt x="0" y="16232"/>
                </a:lnTo>
                <a:cubicBezTo>
                  <a:pt x="3406" y="7399"/>
                  <a:pt x="9558" y="1127"/>
                  <a:pt x="18975" y="133"/>
                </a:cubicBezTo>
                <a:cubicBezTo>
                  <a:pt x="28392" y="-862"/>
                  <a:pt x="38188" y="3798"/>
                  <a:pt x="43356" y="11723"/>
                </a:cubicBezTo>
                <a:cubicBezTo>
                  <a:pt x="57660" y="4209"/>
                  <a:pt x="77273" y="5085"/>
                  <a:pt x="88971" y="162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0" name="Google Shape;1410;p37"/>
          <p:cNvSpPr/>
          <p:nvPr/>
        </p:nvSpPr>
        <p:spPr>
          <a:xfrm>
            <a:off x="5272503" y="2608899"/>
            <a:ext cx="2039731" cy="236997"/>
          </a:xfrm>
          <a:custGeom>
            <a:rect b="b" l="l" r="r" t="t"/>
            <a:pathLst>
              <a:path extrusionOk="0" h="36858" w="317221">
                <a:moveTo>
                  <a:pt x="317211" y="36858"/>
                </a:moveTo>
                <a:lnTo>
                  <a:pt x="0" y="36858"/>
                </a:lnTo>
                <a:cubicBezTo>
                  <a:pt x="19116" y="23441"/>
                  <a:pt x="48448" y="21830"/>
                  <a:pt x="69131" y="32663"/>
                </a:cubicBezTo>
                <a:cubicBezTo>
                  <a:pt x="100616" y="23278"/>
                  <a:pt x="134965" y="23776"/>
                  <a:pt x="166158" y="34090"/>
                </a:cubicBezTo>
                <a:cubicBezTo>
                  <a:pt x="168676" y="20132"/>
                  <a:pt x="188646" y="11061"/>
                  <a:pt x="201015" y="18002"/>
                </a:cubicBezTo>
                <a:cubicBezTo>
                  <a:pt x="202205" y="12813"/>
                  <a:pt x="206508" y="8466"/>
                  <a:pt x="211687" y="7212"/>
                </a:cubicBezTo>
                <a:cubicBezTo>
                  <a:pt x="216866" y="5958"/>
                  <a:pt x="222671" y="7871"/>
                  <a:pt x="226110" y="11948"/>
                </a:cubicBezTo>
                <a:cubicBezTo>
                  <a:pt x="232013" y="2347"/>
                  <a:pt x="244825" y="-2346"/>
                  <a:pt x="255540" y="1157"/>
                </a:cubicBezTo>
                <a:cubicBezTo>
                  <a:pt x="266244" y="4661"/>
                  <a:pt x="273801" y="16035"/>
                  <a:pt x="272882" y="27268"/>
                </a:cubicBezTo>
                <a:cubicBezTo>
                  <a:pt x="286711" y="20943"/>
                  <a:pt x="306204" y="26382"/>
                  <a:pt x="317222" y="3685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411" name="Google Shape;1411;p37"/>
          <p:cNvGrpSpPr/>
          <p:nvPr/>
        </p:nvGrpSpPr>
        <p:grpSpPr>
          <a:xfrm flipH="1">
            <a:off x="-1" y="3744257"/>
            <a:ext cx="5757520" cy="862356"/>
            <a:chOff x="3383561" y="3744257"/>
            <a:chExt cx="5757520" cy="862356"/>
          </a:xfrm>
        </p:grpSpPr>
        <p:sp>
          <p:nvSpPr>
            <p:cNvPr id="1412" name="Google Shape;1412;p37"/>
            <p:cNvSpPr/>
            <p:nvPr/>
          </p:nvSpPr>
          <p:spPr>
            <a:xfrm flipH="1">
              <a:off x="7415315" y="3805754"/>
              <a:ext cx="1254258" cy="629767"/>
            </a:xfrm>
            <a:custGeom>
              <a:rect b="b" l="l" r="r" t="t"/>
              <a:pathLst>
                <a:path extrusionOk="0" h="172539" w="284735">
                  <a:moveTo>
                    <a:pt x="7229" y="111178"/>
                  </a:moveTo>
                  <a:cubicBezTo>
                    <a:pt x="18073" y="92128"/>
                    <a:pt x="40929" y="80667"/>
                    <a:pt x="62683" y="83380"/>
                  </a:cubicBezTo>
                  <a:cubicBezTo>
                    <a:pt x="62207" y="72406"/>
                    <a:pt x="76922" y="64265"/>
                    <a:pt x="85961" y="70504"/>
                  </a:cubicBezTo>
                  <a:cubicBezTo>
                    <a:pt x="80706" y="53442"/>
                    <a:pt x="91259" y="33148"/>
                    <a:pt x="108244" y="27645"/>
                  </a:cubicBezTo>
                  <a:cubicBezTo>
                    <a:pt x="125230" y="22153"/>
                    <a:pt x="145675" y="32413"/>
                    <a:pt x="151405" y="49323"/>
                  </a:cubicBezTo>
                  <a:cubicBezTo>
                    <a:pt x="157244" y="39322"/>
                    <a:pt x="173473" y="37863"/>
                    <a:pt x="180998" y="46653"/>
                  </a:cubicBezTo>
                  <a:cubicBezTo>
                    <a:pt x="184036" y="17266"/>
                    <a:pt x="216061" y="-5548"/>
                    <a:pt x="244831" y="1188"/>
                  </a:cubicBezTo>
                  <a:cubicBezTo>
                    <a:pt x="273602" y="7924"/>
                    <a:pt x="292177" y="42576"/>
                    <a:pt x="281851" y="70255"/>
                  </a:cubicBezTo>
                  <a:cubicBezTo>
                    <a:pt x="280522" y="73834"/>
                    <a:pt x="252551" y="79380"/>
                    <a:pt x="248053" y="80862"/>
                  </a:cubicBezTo>
                  <a:cubicBezTo>
                    <a:pt x="236030" y="84808"/>
                    <a:pt x="224062" y="88916"/>
                    <a:pt x="212158" y="93187"/>
                  </a:cubicBezTo>
                  <a:cubicBezTo>
                    <a:pt x="188339" y="101728"/>
                    <a:pt x="164758" y="110929"/>
                    <a:pt x="141448" y="120768"/>
                  </a:cubicBezTo>
                  <a:cubicBezTo>
                    <a:pt x="118137" y="130607"/>
                    <a:pt x="95097" y="141084"/>
                    <a:pt x="72360" y="152199"/>
                  </a:cubicBezTo>
                  <a:cubicBezTo>
                    <a:pt x="57180" y="159615"/>
                    <a:pt x="33696" y="178590"/>
                    <a:pt x="15835" y="170622"/>
                  </a:cubicBezTo>
                  <a:cubicBezTo>
                    <a:pt x="-5346" y="161172"/>
                    <a:pt x="-2102" y="127569"/>
                    <a:pt x="7229" y="11118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3" name="Google Shape;1413;p37"/>
            <p:cNvSpPr/>
            <p:nvPr/>
          </p:nvSpPr>
          <p:spPr>
            <a:xfrm flipH="1">
              <a:off x="3766253" y="3788189"/>
              <a:ext cx="2420451" cy="680926"/>
            </a:xfrm>
            <a:custGeom>
              <a:rect b="b" l="l" r="r" t="t"/>
              <a:pathLst>
                <a:path extrusionOk="0" h="186555" w="549478">
                  <a:moveTo>
                    <a:pt x="0" y="42978"/>
                  </a:moveTo>
                  <a:cubicBezTo>
                    <a:pt x="6076" y="26545"/>
                    <a:pt x="21808" y="14111"/>
                    <a:pt x="39204" y="12002"/>
                  </a:cubicBezTo>
                  <a:cubicBezTo>
                    <a:pt x="56600" y="9894"/>
                    <a:pt x="74851" y="18209"/>
                    <a:pt x="84679" y="32707"/>
                  </a:cubicBezTo>
                  <a:cubicBezTo>
                    <a:pt x="90474" y="25236"/>
                    <a:pt x="105124" y="30231"/>
                    <a:pt x="105157" y="39691"/>
                  </a:cubicBezTo>
                  <a:cubicBezTo>
                    <a:pt x="112292" y="31929"/>
                    <a:pt x="124110" y="28869"/>
                    <a:pt x="134111" y="32199"/>
                  </a:cubicBezTo>
                  <a:cubicBezTo>
                    <a:pt x="144112" y="35518"/>
                    <a:pt x="151756" y="45054"/>
                    <a:pt x="152815" y="55531"/>
                  </a:cubicBezTo>
                  <a:cubicBezTo>
                    <a:pt x="155227" y="24825"/>
                    <a:pt x="184581" y="-1221"/>
                    <a:pt x="215363" y="44"/>
                  </a:cubicBezTo>
                  <a:cubicBezTo>
                    <a:pt x="246133" y="1309"/>
                    <a:pt x="273260" y="29680"/>
                    <a:pt x="273131" y="60483"/>
                  </a:cubicBezTo>
                  <a:cubicBezTo>
                    <a:pt x="277434" y="56720"/>
                    <a:pt x="284851" y="57434"/>
                    <a:pt x="288375" y="61932"/>
                  </a:cubicBezTo>
                  <a:cubicBezTo>
                    <a:pt x="291889" y="66429"/>
                    <a:pt x="290776" y="73803"/>
                    <a:pt x="286094" y="77069"/>
                  </a:cubicBezTo>
                  <a:cubicBezTo>
                    <a:pt x="297803" y="78334"/>
                    <a:pt x="308561" y="86302"/>
                    <a:pt x="313167" y="97146"/>
                  </a:cubicBezTo>
                  <a:cubicBezTo>
                    <a:pt x="317773" y="107991"/>
                    <a:pt x="316043" y="121268"/>
                    <a:pt x="308821" y="130577"/>
                  </a:cubicBezTo>
                  <a:cubicBezTo>
                    <a:pt x="322022" y="114445"/>
                    <a:pt x="346781" y="111818"/>
                    <a:pt x="365627" y="120716"/>
                  </a:cubicBezTo>
                  <a:cubicBezTo>
                    <a:pt x="370946" y="105990"/>
                    <a:pt x="380125" y="92237"/>
                    <a:pt x="393359" y="83880"/>
                  </a:cubicBezTo>
                  <a:cubicBezTo>
                    <a:pt x="406593" y="75522"/>
                    <a:pt x="424184" y="73295"/>
                    <a:pt x="438110" y="80453"/>
                  </a:cubicBezTo>
                  <a:cubicBezTo>
                    <a:pt x="452035" y="87610"/>
                    <a:pt x="460642" y="104974"/>
                    <a:pt x="455712" y="119830"/>
                  </a:cubicBezTo>
                  <a:cubicBezTo>
                    <a:pt x="459290" y="113721"/>
                    <a:pt x="467518" y="110834"/>
                    <a:pt x="474124" y="113342"/>
                  </a:cubicBezTo>
                  <a:cubicBezTo>
                    <a:pt x="480741" y="115862"/>
                    <a:pt x="484958" y="123495"/>
                    <a:pt x="483574" y="130426"/>
                  </a:cubicBezTo>
                  <a:cubicBezTo>
                    <a:pt x="496472" y="118186"/>
                    <a:pt x="518096" y="116489"/>
                    <a:pt x="532747" y="126576"/>
                  </a:cubicBezTo>
                  <a:cubicBezTo>
                    <a:pt x="547396" y="136664"/>
                    <a:pt x="553527" y="157466"/>
                    <a:pt x="546683" y="173889"/>
                  </a:cubicBezTo>
                  <a:cubicBezTo>
                    <a:pt x="477249" y="182906"/>
                    <a:pt x="405404" y="189350"/>
                    <a:pt x="335494" y="185339"/>
                  </a:cubicBezTo>
                  <a:cubicBezTo>
                    <a:pt x="213319" y="178344"/>
                    <a:pt x="92918" y="122597"/>
                    <a:pt x="0" y="429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414" name="Google Shape;1414;p37"/>
            <p:cNvGrpSpPr/>
            <p:nvPr/>
          </p:nvGrpSpPr>
          <p:grpSpPr>
            <a:xfrm flipH="1">
              <a:off x="3383561" y="3744257"/>
              <a:ext cx="5757520" cy="862356"/>
              <a:chOff x="-1" y="3744257"/>
              <a:chExt cx="5757520" cy="862356"/>
            </a:xfrm>
          </p:grpSpPr>
          <p:sp>
            <p:nvSpPr>
              <p:cNvPr id="1415" name="Google Shape;1415;p37"/>
              <p:cNvSpPr/>
              <p:nvPr/>
            </p:nvSpPr>
            <p:spPr>
              <a:xfrm>
                <a:off x="-1" y="3924389"/>
                <a:ext cx="5151374" cy="682083"/>
              </a:xfrm>
              <a:custGeom>
                <a:rect b="b" l="l" r="r" t="t"/>
                <a:pathLst>
                  <a:path extrusionOk="0" h="186872" w="1169438">
                    <a:moveTo>
                      <a:pt x="1073559" y="155615"/>
                    </a:moveTo>
                    <a:cubicBezTo>
                      <a:pt x="1047815" y="155962"/>
                      <a:pt x="1022180" y="158643"/>
                      <a:pt x="996664" y="161875"/>
                    </a:cubicBezTo>
                    <a:cubicBezTo>
                      <a:pt x="973332" y="164827"/>
                      <a:pt x="949654" y="165141"/>
                      <a:pt x="926117" y="162730"/>
                    </a:cubicBezTo>
                    <a:cubicBezTo>
                      <a:pt x="787962" y="148609"/>
                      <a:pt x="683724" y="17482"/>
                      <a:pt x="545753" y="1654"/>
                    </a:cubicBezTo>
                    <a:cubicBezTo>
                      <a:pt x="493899" y="-4293"/>
                      <a:pt x="450100" y="5708"/>
                      <a:pt x="405274" y="33127"/>
                    </a:cubicBezTo>
                    <a:cubicBezTo>
                      <a:pt x="369065" y="55281"/>
                      <a:pt x="336683" y="83295"/>
                      <a:pt x="300301" y="105178"/>
                    </a:cubicBezTo>
                    <a:cubicBezTo>
                      <a:pt x="243322" y="139473"/>
                      <a:pt x="176948" y="157984"/>
                      <a:pt x="110444" y="158146"/>
                    </a:cubicBezTo>
                    <a:cubicBezTo>
                      <a:pt x="73067" y="158232"/>
                      <a:pt x="35701" y="152523"/>
                      <a:pt x="0" y="141474"/>
                    </a:cubicBezTo>
                    <a:lnTo>
                      <a:pt x="0" y="186873"/>
                    </a:lnTo>
                    <a:lnTo>
                      <a:pt x="1169439" y="186873"/>
                    </a:lnTo>
                    <a:cubicBezTo>
                      <a:pt x="1154832" y="175909"/>
                      <a:pt x="1139663" y="166157"/>
                      <a:pt x="1122245" y="160892"/>
                    </a:cubicBezTo>
                    <a:cubicBezTo>
                      <a:pt x="1106557" y="156145"/>
                      <a:pt x="1089950" y="155388"/>
                      <a:pt x="1073559" y="15560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6" name="Google Shape;1416;p37"/>
              <p:cNvSpPr/>
              <p:nvPr/>
            </p:nvSpPr>
            <p:spPr>
              <a:xfrm>
                <a:off x="-1" y="3924389"/>
                <a:ext cx="5151374" cy="682083"/>
              </a:xfrm>
              <a:custGeom>
                <a:rect b="b" l="l" r="r" t="t"/>
                <a:pathLst>
                  <a:path extrusionOk="0" h="186872" w="1169438">
                    <a:moveTo>
                      <a:pt x="1073559" y="155615"/>
                    </a:moveTo>
                    <a:cubicBezTo>
                      <a:pt x="1047815" y="155962"/>
                      <a:pt x="1022180" y="158643"/>
                      <a:pt x="996664" y="161875"/>
                    </a:cubicBezTo>
                    <a:cubicBezTo>
                      <a:pt x="973332" y="164827"/>
                      <a:pt x="949654" y="165141"/>
                      <a:pt x="926117" y="162730"/>
                    </a:cubicBezTo>
                    <a:cubicBezTo>
                      <a:pt x="787962" y="148609"/>
                      <a:pt x="683724" y="17482"/>
                      <a:pt x="545753" y="1654"/>
                    </a:cubicBezTo>
                    <a:cubicBezTo>
                      <a:pt x="493899" y="-4293"/>
                      <a:pt x="450100" y="5708"/>
                      <a:pt x="405274" y="33127"/>
                    </a:cubicBezTo>
                    <a:cubicBezTo>
                      <a:pt x="369065" y="55281"/>
                      <a:pt x="336683" y="83295"/>
                      <a:pt x="300301" y="105178"/>
                    </a:cubicBezTo>
                    <a:cubicBezTo>
                      <a:pt x="243322" y="139473"/>
                      <a:pt x="176948" y="157984"/>
                      <a:pt x="110444" y="158146"/>
                    </a:cubicBezTo>
                    <a:cubicBezTo>
                      <a:pt x="73067" y="158232"/>
                      <a:pt x="35701" y="152523"/>
                      <a:pt x="0" y="141474"/>
                    </a:cubicBezTo>
                    <a:lnTo>
                      <a:pt x="0" y="186873"/>
                    </a:lnTo>
                    <a:lnTo>
                      <a:pt x="1169439" y="186873"/>
                    </a:lnTo>
                    <a:cubicBezTo>
                      <a:pt x="1154832" y="175909"/>
                      <a:pt x="1139663" y="166157"/>
                      <a:pt x="1122245" y="160892"/>
                    </a:cubicBezTo>
                    <a:cubicBezTo>
                      <a:pt x="1106557" y="156145"/>
                      <a:pt x="1089950" y="155388"/>
                      <a:pt x="1073559" y="155605"/>
                    </a:cubicBezTo>
                    <a:close/>
                  </a:path>
                </a:pathLst>
              </a:custGeom>
              <a:solidFill>
                <a:srgbClr val="496958">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7" name="Google Shape;1417;p37"/>
              <p:cNvSpPr/>
              <p:nvPr/>
            </p:nvSpPr>
            <p:spPr>
              <a:xfrm>
                <a:off x="48" y="3744257"/>
                <a:ext cx="5757472" cy="862356"/>
              </a:xfrm>
              <a:custGeom>
                <a:rect b="b" l="l" r="r" t="t"/>
                <a:pathLst>
                  <a:path extrusionOk="0" h="236262" w="1307031">
                    <a:moveTo>
                      <a:pt x="1109130" y="157584"/>
                    </a:moveTo>
                    <a:cubicBezTo>
                      <a:pt x="1073159" y="160493"/>
                      <a:pt x="1038117" y="171456"/>
                      <a:pt x="1002081" y="173240"/>
                    </a:cubicBezTo>
                    <a:cubicBezTo>
                      <a:pt x="832907" y="181619"/>
                      <a:pt x="702126" y="-7449"/>
                      <a:pt x="532919" y="228"/>
                    </a:cubicBezTo>
                    <a:cubicBezTo>
                      <a:pt x="403771" y="6088"/>
                      <a:pt x="305912" y="124975"/>
                      <a:pt x="179294" y="151086"/>
                    </a:cubicBezTo>
                    <a:cubicBezTo>
                      <a:pt x="118596" y="163606"/>
                      <a:pt x="53865" y="151951"/>
                      <a:pt x="0" y="121505"/>
                    </a:cubicBezTo>
                    <a:lnTo>
                      <a:pt x="0" y="190853"/>
                    </a:lnTo>
                    <a:cubicBezTo>
                      <a:pt x="35701" y="201913"/>
                      <a:pt x="73067" y="207622"/>
                      <a:pt x="110444" y="207525"/>
                    </a:cubicBezTo>
                    <a:cubicBezTo>
                      <a:pt x="176948" y="207362"/>
                      <a:pt x="243311" y="188852"/>
                      <a:pt x="300301" y="154557"/>
                    </a:cubicBezTo>
                    <a:cubicBezTo>
                      <a:pt x="336672" y="132663"/>
                      <a:pt x="369054" y="104660"/>
                      <a:pt x="405274" y="82506"/>
                    </a:cubicBezTo>
                    <a:cubicBezTo>
                      <a:pt x="450089" y="55087"/>
                      <a:pt x="493889" y="45086"/>
                      <a:pt x="545753" y="51033"/>
                    </a:cubicBezTo>
                    <a:cubicBezTo>
                      <a:pt x="683713" y="66861"/>
                      <a:pt x="787962" y="197988"/>
                      <a:pt x="926117" y="212109"/>
                    </a:cubicBezTo>
                    <a:cubicBezTo>
                      <a:pt x="949654" y="214520"/>
                      <a:pt x="973332" y="214206"/>
                      <a:pt x="996664" y="211254"/>
                    </a:cubicBezTo>
                    <a:cubicBezTo>
                      <a:pt x="1022180" y="208032"/>
                      <a:pt x="1047815" y="205341"/>
                      <a:pt x="1073559" y="204994"/>
                    </a:cubicBezTo>
                    <a:cubicBezTo>
                      <a:pt x="1089950" y="204778"/>
                      <a:pt x="1106557" y="205535"/>
                      <a:pt x="1122245" y="210281"/>
                    </a:cubicBezTo>
                    <a:cubicBezTo>
                      <a:pt x="1139674" y="215547"/>
                      <a:pt x="1154843" y="225288"/>
                      <a:pt x="1169439" y="236263"/>
                    </a:cubicBezTo>
                    <a:lnTo>
                      <a:pt x="1307031" y="236263"/>
                    </a:lnTo>
                    <a:cubicBezTo>
                      <a:pt x="1257653" y="181878"/>
                      <a:pt x="1182435" y="151670"/>
                      <a:pt x="1109130" y="15759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418" name="Google Shape;1418;p37"/>
          <p:cNvSpPr txBox="1"/>
          <p:nvPr/>
        </p:nvSpPr>
        <p:spPr>
          <a:xfrm>
            <a:off x="720000" y="1100400"/>
            <a:ext cx="81972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Broadie, M. (2012). Assessing golfer performance on the PGA TOUR. Interfaces, 42(2), 146–165. </a:t>
            </a:r>
            <a:endParaRPr sz="1100">
              <a:solidFill>
                <a:schemeClr val="dk1"/>
              </a:solidFill>
            </a:endParaRPr>
          </a:p>
          <a:p>
            <a:pPr indent="457200" lvl="0" marL="0" rtl="0" algn="l">
              <a:spcBef>
                <a:spcPts val="0"/>
              </a:spcBef>
              <a:spcAft>
                <a:spcPts val="0"/>
              </a:spcAft>
              <a:buNone/>
            </a:pPr>
            <a:r>
              <a:rPr lang="en" sz="1100" u="sng">
                <a:solidFill>
                  <a:schemeClr val="hlink"/>
                </a:solidFill>
                <a:hlinkClick r:id="rId3"/>
              </a:rPr>
              <a:t>https://doi.org/10.1287/inte.1120.0626</a:t>
            </a:r>
            <a:r>
              <a:rPr lang="en" sz="1100">
                <a:solidFill>
                  <a:schemeClr val="dk1"/>
                </a:solidFill>
              </a:rPr>
              <a:t>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Dealing with Right-Skewed Data. (n.d.). CRAN. Retrieved November 9, 2025, from </a:t>
            </a:r>
            <a:endParaRPr sz="1100">
              <a:solidFill>
                <a:schemeClr val="dk1"/>
              </a:solidFill>
            </a:endParaRPr>
          </a:p>
          <a:p>
            <a:pPr indent="457200" lvl="0" marL="0" rtl="0" algn="l">
              <a:spcBef>
                <a:spcPts val="0"/>
              </a:spcBef>
              <a:spcAft>
                <a:spcPts val="0"/>
              </a:spcAft>
              <a:buNone/>
            </a:pPr>
            <a:r>
              <a:rPr lang="en" sz="1100" u="sng">
                <a:solidFill>
                  <a:schemeClr val="hlink"/>
                </a:solidFill>
                <a:hlinkClick r:id="rId4"/>
              </a:rPr>
              <a:t>https://cran.r-project.org/web/packages/GlmSimulatoR/vignettes/dealing_with_right_skewed_data.html</a:t>
            </a:r>
            <a:r>
              <a:rPr lang="en" sz="1100">
                <a:solidFill>
                  <a:schemeClr val="dk1"/>
                </a:solidFill>
              </a:rPr>
              <a:t>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PGA Tour Statistics. (n.d.). PGA Tour. Retrieved October 16, 2025, from </a:t>
            </a:r>
            <a:r>
              <a:rPr lang="en" sz="1100" u="sng">
                <a:solidFill>
                  <a:schemeClr val="dk1"/>
                </a:solidFill>
                <a:hlinkClick r:id="rId5">
                  <a:extLst>
                    <a:ext uri="{A12FA001-AC4F-418D-AE19-62706E023703}">
                      <ahyp:hlinkClr val="tx"/>
                    </a:ext>
                  </a:extLst>
                </a:hlinkClick>
              </a:rPr>
              <a:t>https://www.pgatour.com/stats</a:t>
            </a:r>
            <a:r>
              <a:rPr lang="en" sz="1100">
                <a:solidFill>
                  <a:schemeClr val="dk1"/>
                </a:solidFill>
              </a:rPr>
              <a:t>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Transformations. (n.d.). Cornell CSS. Retrieved November 12, 2025, from </a:t>
            </a:r>
            <a:endParaRPr sz="1100">
              <a:solidFill>
                <a:schemeClr val="dk1"/>
              </a:solidFill>
            </a:endParaRPr>
          </a:p>
          <a:p>
            <a:pPr indent="457200" lvl="0" marL="0" rtl="0" algn="l">
              <a:spcBef>
                <a:spcPts val="0"/>
              </a:spcBef>
              <a:spcAft>
                <a:spcPts val="0"/>
              </a:spcAft>
              <a:buNone/>
            </a:pPr>
            <a:r>
              <a:rPr lang="en" sz="1100" u="sng">
                <a:solidFill>
                  <a:schemeClr val="dk1"/>
                </a:solidFill>
                <a:hlinkClick r:id="rId6">
                  <a:extLst>
                    <a:ext uri="{A12FA001-AC4F-418D-AE19-62706E023703}">
                      <ahyp:hlinkClr val="tx"/>
                    </a:ext>
                  </a:extLst>
                </a:hlinkClick>
              </a:rPr>
              <a:t>https://www.css.cornell.edu/faculty/dgr2/_static/files/R_html/Transformations.html</a:t>
            </a:r>
            <a:r>
              <a:rPr lang="en" sz="1100">
                <a:solidFill>
                  <a:schemeClr val="dk1"/>
                </a:solidFill>
              </a:rPr>
              <a:t>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Validating Strokes-Gained Method: Measuring PGA Tour Player Success. NYC Data Science. Retrieved October 29, 2025, </a:t>
            </a:r>
            <a:endParaRPr sz="1100">
              <a:solidFill>
                <a:schemeClr val="dk1"/>
              </a:solidFill>
            </a:endParaRPr>
          </a:p>
          <a:p>
            <a:pPr indent="457200" lvl="0" marL="0" rtl="0" algn="l">
              <a:spcBef>
                <a:spcPts val="0"/>
              </a:spcBef>
              <a:spcAft>
                <a:spcPts val="0"/>
              </a:spcAft>
              <a:buNone/>
            </a:pPr>
            <a:r>
              <a:rPr lang="en" sz="1100">
                <a:solidFill>
                  <a:schemeClr val="dk1"/>
                </a:solidFill>
              </a:rPr>
              <a:t>from </a:t>
            </a:r>
            <a:r>
              <a:rPr lang="en" sz="1100" u="sng">
                <a:solidFill>
                  <a:schemeClr val="hlink"/>
                </a:solidFill>
                <a:hlinkClick r:id="rId7"/>
              </a:rPr>
              <a:t>https://nycdatascience.com/blog/r/validating-strokes-gained-method-measuring-pga-tour-player-success/</a:t>
            </a:r>
            <a:r>
              <a:rPr lang="en" sz="1100">
                <a:solidFill>
                  <a:schemeClr val="dk1"/>
                </a:solidFill>
              </a:rPr>
              <a:t> </a:t>
            </a:r>
            <a:endParaRPr sz="1100">
              <a:solidFill>
                <a:schemeClr val="dk1"/>
              </a:solidFill>
            </a:endParaRPr>
          </a:p>
        </p:txBody>
      </p:sp>
      <p:sp>
        <p:nvSpPr>
          <p:cNvPr id="1419" name="Google Shape;1419;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Sources</a:t>
            </a:r>
            <a:endParaRPr sz="3000"/>
          </a:p>
        </p:txBody>
      </p:sp>
    </p:spTree>
  </p:cSld>
  <p:clrMapOvr>
    <a:masterClrMapping/>
  </p:clrMapOvr>
</p:sld>
</file>

<file path=ppt/theme/theme1.xml><?xml version="1.0" encoding="utf-8"?>
<a:theme xmlns:a="http://schemas.openxmlformats.org/drawingml/2006/main" xmlns:r="http://schemas.openxmlformats.org/officeDocument/2006/relationships" name="Golf Player Portfolio by Slidesgo">
  <a:themeElements>
    <a:clrScheme name="Simple Light">
      <a:dk1>
        <a:srgbClr val="243C61"/>
      </a:dk1>
      <a:lt1>
        <a:srgbClr val="FFFFFF"/>
      </a:lt1>
      <a:dk2>
        <a:srgbClr val="55537B"/>
      </a:dk2>
      <a:lt2>
        <a:srgbClr val="D0EDFE"/>
      </a:lt2>
      <a:accent1>
        <a:srgbClr val="9DD0FA"/>
      </a:accent1>
      <a:accent2>
        <a:srgbClr val="4683E1"/>
      </a:accent2>
      <a:accent3>
        <a:srgbClr val="AFAFCC"/>
      </a:accent3>
      <a:accent4>
        <a:srgbClr val="DBE26C"/>
      </a:accent4>
      <a:accent5>
        <a:srgbClr val="496958"/>
      </a:accent5>
      <a:accent6>
        <a:srgbClr val="BF2543"/>
      </a:accent6>
      <a:hlink>
        <a:srgbClr val="243C6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